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358" r:id="rId2"/>
    <p:sldId id="352" r:id="rId3"/>
    <p:sldId id="350" r:id="rId4"/>
    <p:sldId id="330" r:id="rId5"/>
    <p:sldId id="360" r:id="rId6"/>
    <p:sldId id="348" r:id="rId7"/>
    <p:sldId id="331" r:id="rId8"/>
    <p:sldId id="354" r:id="rId9"/>
    <p:sldId id="332" r:id="rId10"/>
    <p:sldId id="355" r:id="rId11"/>
    <p:sldId id="353" r:id="rId12"/>
    <p:sldId id="356" r:id="rId13"/>
    <p:sldId id="335" r:id="rId14"/>
    <p:sldId id="362" r:id="rId15"/>
    <p:sldId id="334" r:id="rId16"/>
    <p:sldId id="336" r:id="rId17"/>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a:srgbClr val="448079"/>
    <a:srgbClr val="FF3399"/>
    <a:srgbClr val="FFCC00"/>
    <a:srgbClr val="FF0000"/>
    <a:srgbClr val="FFFF00"/>
    <a:srgbClr val="4E8542"/>
    <a:srgbClr val="F6F6F7"/>
    <a:srgbClr val="43825A"/>
    <a:srgbClr val="4665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B344D84-9AFB-497E-A393-DC336BA19D2E}" styleName="Estilo medio 3 - Énfasis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22" autoAdjust="0"/>
    <p:restoredTop sz="70484" autoAdjust="0"/>
  </p:normalViewPr>
  <p:slideViewPr>
    <p:cSldViewPr snapToGrid="0">
      <p:cViewPr varScale="1">
        <p:scale>
          <a:sx n="91" d="100"/>
          <a:sy n="91" d="100"/>
        </p:scale>
        <p:origin x="1650"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a Maria Gordillo Vera" userId="32afbe88-9adf-4b00-9c52-b75d96521283" providerId="ADAL" clId="{1E1618C4-670C-452F-9637-9A1841542EB1}"/>
    <pc:docChg chg="undo custSel addSld delSld modSld sldOrd modMainMaster">
      <pc:chgData name="Carola Maria Gordillo Vera" userId="32afbe88-9adf-4b00-9c52-b75d96521283" providerId="ADAL" clId="{1E1618C4-670C-452F-9637-9A1841542EB1}" dt="2026-05-03T19:28:38.577" v="1742" actId="15"/>
      <pc:docMkLst>
        <pc:docMk/>
      </pc:docMkLst>
      <pc:sldMasterChg chg="addSp delSp modSp delSldLayout modSldLayout">
        <pc:chgData name="Carola Maria Gordillo Vera" userId="32afbe88-9adf-4b00-9c52-b75d96521283" providerId="ADAL" clId="{1E1618C4-670C-452F-9637-9A1841542EB1}" dt="2026-05-03T18:00:13.042" v="1624" actId="404"/>
        <pc:sldMasterMkLst>
          <pc:docMk/>
          <pc:sldMasterMk cId="1345216807" sldId="2147483648"/>
        </pc:sldMasterMkLst>
        <pc:spChg chg="add mod">
          <ac:chgData name="Carola Maria Gordillo Vera" userId="32afbe88-9adf-4b00-9c52-b75d96521283" providerId="ADAL" clId="{1E1618C4-670C-452F-9637-9A1841542EB1}" dt="2026-05-03T18:00:13.042" v="1624" actId="404"/>
          <ac:spMkLst>
            <pc:docMk/>
            <pc:sldMasterMk cId="1345216807" sldId="2147483648"/>
            <ac:spMk id="11" creationId="{4983EB47-5D7A-41F6-B48E-1DD24920578C}"/>
          </ac:spMkLst>
        </pc:spChg>
        <pc:grpChg chg="add">
          <ac:chgData name="Carola Maria Gordillo Vera" userId="32afbe88-9adf-4b00-9c52-b75d96521283" providerId="ADAL" clId="{1E1618C4-670C-452F-9637-9A1841542EB1}" dt="2026-05-03T15:02:16.661" v="1392"/>
          <ac:grpSpMkLst>
            <pc:docMk/>
            <pc:sldMasterMk cId="1345216807" sldId="2147483648"/>
            <ac:grpSpMk id="7" creationId="{24DDF184-163E-4FF3-AAA2-F48F4105C92D}"/>
          </ac:grpSpMkLst>
        </pc:grpChg>
        <pc:sldLayoutChg chg="addSp delSp modSp">
          <pc:chgData name="Carola Maria Gordillo Vera" userId="32afbe88-9adf-4b00-9c52-b75d96521283" providerId="ADAL" clId="{1E1618C4-670C-452F-9637-9A1841542EB1}" dt="2026-05-03T17:58:28.414" v="1608" actId="166"/>
          <pc:sldLayoutMkLst>
            <pc:docMk/>
            <pc:sldMasterMk cId="1345216807" sldId="2147483648"/>
            <pc:sldLayoutMk cId="2781754896" sldId="2147483649"/>
          </pc:sldLayoutMkLst>
          <pc:spChg chg="add ord">
            <ac:chgData name="Carola Maria Gordillo Vera" userId="32afbe88-9adf-4b00-9c52-b75d96521283" providerId="ADAL" clId="{1E1618C4-670C-452F-9637-9A1841542EB1}" dt="2026-05-03T17:58:28.414" v="1608" actId="166"/>
            <ac:spMkLst>
              <pc:docMk/>
              <pc:sldMasterMk cId="1345216807" sldId="2147483648"/>
              <pc:sldLayoutMk cId="2781754896" sldId="2147483649"/>
              <ac:spMk id="15" creationId="{A1F11089-67D8-4ED4-9237-A2EC8E511D1B}"/>
            </ac:spMkLst>
          </pc:spChg>
        </pc:sldLayoutChg>
        <pc:sldLayoutChg chg="addSp delSp modSp">
          <pc:chgData name="Carola Maria Gordillo Vera" userId="32afbe88-9adf-4b00-9c52-b75d96521283" providerId="ADAL" clId="{1E1618C4-670C-452F-9637-9A1841542EB1}" dt="2026-05-03T17:59:27.815" v="1615" actId="1076"/>
          <pc:sldLayoutMkLst>
            <pc:docMk/>
            <pc:sldMasterMk cId="1345216807" sldId="2147483648"/>
            <pc:sldLayoutMk cId="2382667912" sldId="2147483650"/>
          </pc:sldLayoutMkLst>
          <pc:spChg chg="add mod ord">
            <ac:chgData name="Carola Maria Gordillo Vera" userId="32afbe88-9adf-4b00-9c52-b75d96521283" providerId="ADAL" clId="{1E1618C4-670C-452F-9637-9A1841542EB1}" dt="2026-05-03T17:59:27.815" v="1615" actId="1076"/>
            <ac:spMkLst>
              <pc:docMk/>
              <pc:sldMasterMk cId="1345216807" sldId="2147483648"/>
              <pc:sldLayoutMk cId="2382667912" sldId="2147483650"/>
              <ac:spMk id="11" creationId="{C4156999-DF05-47EC-9FA3-39FA8A1E6B48}"/>
            </ac:spMkLst>
          </pc:spChg>
        </pc:sldLayoutChg>
        <pc:sldLayoutChg chg="modSp">
          <pc:chgData name="Carola Maria Gordillo Vera" userId="32afbe88-9adf-4b00-9c52-b75d96521283" providerId="ADAL" clId="{1E1618C4-670C-452F-9637-9A1841542EB1}" dt="2026-05-03T17:58:38.859" v="1610" actId="166"/>
          <pc:sldLayoutMkLst>
            <pc:docMk/>
            <pc:sldMasterMk cId="1345216807" sldId="2147483648"/>
            <pc:sldLayoutMk cId="3491665223" sldId="2147483651"/>
          </pc:sldLayoutMkLst>
          <pc:spChg chg="ord">
            <ac:chgData name="Carola Maria Gordillo Vera" userId="32afbe88-9adf-4b00-9c52-b75d96521283" providerId="ADAL" clId="{1E1618C4-670C-452F-9637-9A1841542EB1}" dt="2026-05-03T17:58:38.859" v="1610" actId="166"/>
            <ac:spMkLst>
              <pc:docMk/>
              <pc:sldMasterMk cId="1345216807" sldId="2147483648"/>
              <pc:sldLayoutMk cId="3491665223" sldId="2147483651"/>
              <ac:spMk id="6" creationId="{B9B18DE0-DE93-4B69-8189-7BC3BEE77A4C}"/>
            </ac:spMkLst>
          </pc:spChg>
        </pc:sldLayoutChg>
        <pc:sldLayoutChg chg="modSp">
          <pc:chgData name="Carola Maria Gordillo Vera" userId="32afbe88-9adf-4b00-9c52-b75d96521283" providerId="ADAL" clId="{1E1618C4-670C-452F-9637-9A1841542EB1}" dt="2026-05-03T17:58:43.391" v="1611" actId="166"/>
          <pc:sldLayoutMkLst>
            <pc:docMk/>
            <pc:sldMasterMk cId="1345216807" sldId="2147483648"/>
            <pc:sldLayoutMk cId="3073332672" sldId="2147483655"/>
          </pc:sldLayoutMkLst>
          <pc:spChg chg="ord">
            <ac:chgData name="Carola Maria Gordillo Vera" userId="32afbe88-9adf-4b00-9c52-b75d96521283" providerId="ADAL" clId="{1E1618C4-670C-452F-9637-9A1841542EB1}" dt="2026-05-03T17:58:43.391" v="1611" actId="166"/>
            <ac:spMkLst>
              <pc:docMk/>
              <pc:sldMasterMk cId="1345216807" sldId="2147483648"/>
              <pc:sldLayoutMk cId="3073332672" sldId="2147483655"/>
              <ac:spMk id="4" creationId="{BCDDEFAE-89E5-41DB-AC82-FC713E726A92}"/>
            </ac:spMkLst>
          </pc:spChg>
        </pc:sldLayoutChg>
      </pc:sldMasterChg>
    </pc:docChg>
  </pc:docChgLst>
  <pc:docChgLst>
    <pc:chgData name="Carola Maria Gordillo Vera" userId="32afbe88-9adf-4b00-9c52-b75d96521283" providerId="ADAL" clId="{7F5980F9-DC27-4EB9-AB6F-70BCAB75E2CD}"/>
    <pc:docChg chg="undo custSel addSld delSld modSld sldOrd modMainMaster">
      <pc:chgData name="Carola Maria Gordillo Vera" userId="32afbe88-9adf-4b00-9c52-b75d96521283" providerId="ADAL" clId="{7F5980F9-DC27-4EB9-AB6F-70BCAB75E2CD}" dt="2026-06-26T22:06:53.869" v="510" actId="14100"/>
      <pc:docMkLst>
        <pc:docMk/>
      </pc:docMkLst>
      <pc:sldChg chg="addSp delSp modSp del">
        <pc:chgData name="Carola Maria Gordillo Vera" userId="32afbe88-9adf-4b00-9c52-b75d96521283" providerId="ADAL" clId="{7F5980F9-DC27-4EB9-AB6F-70BCAB75E2CD}" dt="2026-06-26T21:20:50.087" v="390" actId="2696"/>
        <pc:sldMkLst>
          <pc:docMk/>
          <pc:sldMk cId="3376839571" sldId="256"/>
        </pc:sldMkLst>
        <pc:spChg chg="del">
          <ac:chgData name="Carola Maria Gordillo Vera" userId="32afbe88-9adf-4b00-9c52-b75d96521283" providerId="ADAL" clId="{7F5980F9-DC27-4EB9-AB6F-70BCAB75E2CD}" dt="2026-06-26T21:07:30.398" v="307" actId="478"/>
          <ac:spMkLst>
            <pc:docMk/>
            <pc:sldMk cId="3376839571" sldId="256"/>
            <ac:spMk id="2" creationId="{07156224-1336-4F22-B510-70EDB1AB12E5}"/>
          </ac:spMkLst>
        </pc:spChg>
        <pc:spChg chg="add del">
          <ac:chgData name="Carola Maria Gordillo Vera" userId="32afbe88-9adf-4b00-9c52-b75d96521283" providerId="ADAL" clId="{7F5980F9-DC27-4EB9-AB6F-70BCAB75E2CD}" dt="2026-06-26T20:32:12.187" v="5"/>
          <ac:spMkLst>
            <pc:docMk/>
            <pc:sldMk cId="3376839571" sldId="256"/>
            <ac:spMk id="4" creationId="{46E26E61-F90E-4063-876F-AA0ED726837B}"/>
          </ac:spMkLst>
        </pc:spChg>
        <pc:spChg chg="del">
          <ac:chgData name="Carola Maria Gordillo Vera" userId="32afbe88-9adf-4b00-9c52-b75d96521283" providerId="ADAL" clId="{7F5980F9-DC27-4EB9-AB6F-70BCAB75E2CD}" dt="2026-06-26T21:07:34.283" v="309" actId="478"/>
          <ac:spMkLst>
            <pc:docMk/>
            <pc:sldMk cId="3376839571" sldId="256"/>
            <ac:spMk id="6" creationId="{84D16025-D76C-421A-9A74-92AD2C501A96}"/>
          </ac:spMkLst>
        </pc:spChg>
        <pc:spChg chg="del mod">
          <ac:chgData name="Carola Maria Gordillo Vera" userId="32afbe88-9adf-4b00-9c52-b75d96521283" providerId="ADAL" clId="{7F5980F9-DC27-4EB9-AB6F-70BCAB75E2CD}" dt="2026-06-26T21:07:24.531" v="306" actId="478"/>
          <ac:spMkLst>
            <pc:docMk/>
            <pc:sldMk cId="3376839571" sldId="256"/>
            <ac:spMk id="7" creationId="{CB7FDFF1-9947-4540-83D7-BA879F0C5284}"/>
          </ac:spMkLst>
        </pc:spChg>
        <pc:spChg chg="mod">
          <ac:chgData name="Carola Maria Gordillo Vera" userId="32afbe88-9adf-4b00-9c52-b75d96521283" providerId="ADAL" clId="{7F5980F9-DC27-4EB9-AB6F-70BCAB75E2CD}" dt="2026-06-26T21:10:24.501" v="349" actId="14100"/>
          <ac:spMkLst>
            <pc:docMk/>
            <pc:sldMk cId="3376839571" sldId="256"/>
            <ac:spMk id="9" creationId="{DACADFEC-EFF9-4CAB-B25E-2BEFC58D6FE9}"/>
          </ac:spMkLst>
        </pc:spChg>
        <pc:spChg chg="add del mod">
          <ac:chgData name="Carola Maria Gordillo Vera" userId="32afbe88-9adf-4b00-9c52-b75d96521283" providerId="ADAL" clId="{7F5980F9-DC27-4EB9-AB6F-70BCAB75E2CD}" dt="2026-06-26T21:07:31.965" v="308" actId="478"/>
          <ac:spMkLst>
            <pc:docMk/>
            <pc:sldMk cId="3376839571" sldId="256"/>
            <ac:spMk id="10" creationId="{512F06DC-EA85-4968-B770-F682F884D8D1}"/>
          </ac:spMkLst>
        </pc:spChg>
        <pc:picChg chg="add del mod modCrop">
          <ac:chgData name="Carola Maria Gordillo Vera" userId="32afbe88-9adf-4b00-9c52-b75d96521283" providerId="ADAL" clId="{7F5980F9-DC27-4EB9-AB6F-70BCAB75E2CD}" dt="2026-06-26T21:06:54.017" v="300" actId="478"/>
          <ac:picMkLst>
            <pc:docMk/>
            <pc:sldMk cId="3376839571" sldId="256"/>
            <ac:picMk id="4" creationId="{52145A68-211D-4267-8531-FCA52A55F70E}"/>
          </ac:picMkLst>
        </pc:picChg>
        <pc:picChg chg="add del mod ord">
          <ac:chgData name="Carola Maria Gordillo Vera" userId="32afbe88-9adf-4b00-9c52-b75d96521283" providerId="ADAL" clId="{7F5980F9-DC27-4EB9-AB6F-70BCAB75E2CD}" dt="2026-06-26T21:09:02.628" v="316" actId="478"/>
          <ac:picMkLst>
            <pc:docMk/>
            <pc:sldMk cId="3376839571" sldId="256"/>
            <ac:picMk id="5" creationId="{AF755221-7DA5-4EE7-9C5C-D52367F4F308}"/>
          </ac:picMkLst>
        </pc:picChg>
        <pc:picChg chg="add mod ord modCrop">
          <ac:chgData name="Carola Maria Gordillo Vera" userId="32afbe88-9adf-4b00-9c52-b75d96521283" providerId="ADAL" clId="{7F5980F9-DC27-4EB9-AB6F-70BCAB75E2CD}" dt="2026-06-26T21:10:05.909" v="329" actId="14100"/>
          <ac:picMkLst>
            <pc:docMk/>
            <pc:sldMk cId="3376839571" sldId="256"/>
            <ac:picMk id="12" creationId="{5EE84FCE-1D9C-465D-B2E5-73C457E401B1}"/>
          </ac:picMkLst>
        </pc:picChg>
        <pc:picChg chg="add del mod">
          <ac:chgData name="Carola Maria Gordillo Vera" userId="32afbe88-9adf-4b00-9c52-b75d96521283" providerId="ADAL" clId="{7F5980F9-DC27-4EB9-AB6F-70BCAB75E2CD}" dt="2026-06-26T21:18:58.409" v="360"/>
          <ac:picMkLst>
            <pc:docMk/>
            <pc:sldMk cId="3376839571" sldId="256"/>
            <ac:picMk id="14" creationId="{67CF2422-78DB-4B63-B64E-1BDF2C51FABE}"/>
          </ac:picMkLst>
        </pc:picChg>
      </pc:sldChg>
      <pc:sldChg chg="del">
        <pc:chgData name="Carola Maria Gordillo Vera" userId="32afbe88-9adf-4b00-9c52-b75d96521283" providerId="ADAL" clId="{7F5980F9-DC27-4EB9-AB6F-70BCAB75E2CD}" dt="2026-06-26T20:33:11.019" v="19" actId="2696"/>
        <pc:sldMkLst>
          <pc:docMk/>
          <pc:sldMk cId="3550184698" sldId="272"/>
        </pc:sldMkLst>
      </pc:sldChg>
      <pc:sldChg chg="del">
        <pc:chgData name="Carola Maria Gordillo Vera" userId="32afbe88-9adf-4b00-9c52-b75d96521283" providerId="ADAL" clId="{7F5980F9-DC27-4EB9-AB6F-70BCAB75E2CD}" dt="2026-06-26T20:33:11.455" v="20" actId="2696"/>
        <pc:sldMkLst>
          <pc:docMk/>
          <pc:sldMk cId="2340743344" sldId="274"/>
        </pc:sldMkLst>
      </pc:sldChg>
      <pc:sldChg chg="del">
        <pc:chgData name="Carola Maria Gordillo Vera" userId="32afbe88-9adf-4b00-9c52-b75d96521283" providerId="ADAL" clId="{7F5980F9-DC27-4EB9-AB6F-70BCAB75E2CD}" dt="2026-06-26T20:33:11.842" v="21" actId="2696"/>
        <pc:sldMkLst>
          <pc:docMk/>
          <pc:sldMk cId="2855096419" sldId="277"/>
        </pc:sldMkLst>
      </pc:sldChg>
      <pc:sldChg chg="del">
        <pc:chgData name="Carola Maria Gordillo Vera" userId="32afbe88-9adf-4b00-9c52-b75d96521283" providerId="ADAL" clId="{7F5980F9-DC27-4EB9-AB6F-70BCAB75E2CD}" dt="2026-06-26T20:33:12.850" v="22" actId="2696"/>
        <pc:sldMkLst>
          <pc:docMk/>
          <pc:sldMk cId="2100829104" sldId="280"/>
        </pc:sldMkLst>
      </pc:sldChg>
      <pc:sldChg chg="del">
        <pc:chgData name="Carola Maria Gordillo Vera" userId="32afbe88-9adf-4b00-9c52-b75d96521283" providerId="ADAL" clId="{7F5980F9-DC27-4EB9-AB6F-70BCAB75E2CD}" dt="2026-06-26T20:39:45.823" v="74" actId="2696"/>
        <pc:sldMkLst>
          <pc:docMk/>
          <pc:sldMk cId="3784441785" sldId="307"/>
        </pc:sldMkLst>
      </pc:sldChg>
      <pc:sldChg chg="del">
        <pc:chgData name="Carola Maria Gordillo Vera" userId="32afbe88-9adf-4b00-9c52-b75d96521283" providerId="ADAL" clId="{7F5980F9-DC27-4EB9-AB6F-70BCAB75E2CD}" dt="2026-06-26T20:33:10.272" v="18" actId="2696"/>
        <pc:sldMkLst>
          <pc:docMk/>
          <pc:sldMk cId="49297185" sldId="321"/>
        </pc:sldMkLst>
      </pc:sldChg>
      <pc:sldChg chg="del">
        <pc:chgData name="Carola Maria Gordillo Vera" userId="32afbe88-9adf-4b00-9c52-b75d96521283" providerId="ADAL" clId="{7F5980F9-DC27-4EB9-AB6F-70BCAB75E2CD}" dt="2026-06-26T20:33:54.406" v="39" actId="2696"/>
        <pc:sldMkLst>
          <pc:docMk/>
          <pc:sldMk cId="3787017334" sldId="328"/>
        </pc:sldMkLst>
      </pc:sldChg>
      <pc:sldChg chg="del">
        <pc:chgData name="Carola Maria Gordillo Vera" userId="32afbe88-9adf-4b00-9c52-b75d96521283" providerId="ADAL" clId="{7F5980F9-DC27-4EB9-AB6F-70BCAB75E2CD}" dt="2026-06-26T20:40:08.049" v="88" actId="2696"/>
        <pc:sldMkLst>
          <pc:docMk/>
          <pc:sldMk cId="3600911526" sldId="329"/>
        </pc:sldMkLst>
      </pc:sldChg>
      <pc:sldChg chg="modSp ord modNotesTx">
        <pc:chgData name="Carola Maria Gordillo Vera" userId="32afbe88-9adf-4b00-9c52-b75d96521283" providerId="ADAL" clId="{7F5980F9-DC27-4EB9-AB6F-70BCAB75E2CD}" dt="2026-06-26T21:39:56.021" v="407"/>
        <pc:sldMkLst>
          <pc:docMk/>
          <pc:sldMk cId="1627186396" sldId="330"/>
        </pc:sldMkLst>
        <pc:spChg chg="mod">
          <ac:chgData name="Carola Maria Gordillo Vera" userId="32afbe88-9adf-4b00-9c52-b75d96521283" providerId="ADAL" clId="{7F5980F9-DC27-4EB9-AB6F-70BCAB75E2CD}" dt="2026-06-26T20:54:35.846" v="239" actId="20577"/>
          <ac:spMkLst>
            <pc:docMk/>
            <pc:sldMk cId="1627186396" sldId="330"/>
            <ac:spMk id="2" creationId="{8748EF8C-94C2-FC47-4384-274D9D403CEE}"/>
          </ac:spMkLst>
        </pc:spChg>
      </pc:sldChg>
      <pc:sldChg chg="modSp">
        <pc:chgData name="Carola Maria Gordillo Vera" userId="32afbe88-9adf-4b00-9c52-b75d96521283" providerId="ADAL" clId="{7F5980F9-DC27-4EB9-AB6F-70BCAB75E2CD}" dt="2026-06-26T20:40:24.717" v="108" actId="20577"/>
        <pc:sldMkLst>
          <pc:docMk/>
          <pc:sldMk cId="3415723166" sldId="331"/>
        </pc:sldMkLst>
        <pc:spChg chg="mod">
          <ac:chgData name="Carola Maria Gordillo Vera" userId="32afbe88-9adf-4b00-9c52-b75d96521283" providerId="ADAL" clId="{7F5980F9-DC27-4EB9-AB6F-70BCAB75E2CD}" dt="2026-06-26T20:40:24.717" v="108" actId="20577"/>
          <ac:spMkLst>
            <pc:docMk/>
            <pc:sldMk cId="3415723166" sldId="331"/>
            <ac:spMk id="2" creationId="{8748EF8C-94C2-FC47-4384-274D9D403CEE}"/>
          </ac:spMkLst>
        </pc:spChg>
      </pc:sldChg>
      <pc:sldChg chg="modSp">
        <pc:chgData name="Carola Maria Gordillo Vera" userId="32afbe88-9adf-4b00-9c52-b75d96521283" providerId="ADAL" clId="{7F5980F9-DC27-4EB9-AB6F-70BCAB75E2CD}" dt="2026-06-26T20:40:45.815" v="141" actId="20577"/>
        <pc:sldMkLst>
          <pc:docMk/>
          <pc:sldMk cId="2179799418" sldId="332"/>
        </pc:sldMkLst>
        <pc:spChg chg="mod">
          <ac:chgData name="Carola Maria Gordillo Vera" userId="32afbe88-9adf-4b00-9c52-b75d96521283" providerId="ADAL" clId="{7F5980F9-DC27-4EB9-AB6F-70BCAB75E2CD}" dt="2026-06-26T20:40:45.815" v="141" actId="20577"/>
          <ac:spMkLst>
            <pc:docMk/>
            <pc:sldMk cId="2179799418" sldId="332"/>
            <ac:spMk id="2" creationId="{8748EF8C-94C2-FC47-4384-274D9D403CEE}"/>
          </ac:spMkLst>
        </pc:spChg>
      </pc:sldChg>
      <pc:sldChg chg="del">
        <pc:chgData name="Carola Maria Gordillo Vera" userId="32afbe88-9adf-4b00-9c52-b75d96521283" providerId="ADAL" clId="{7F5980F9-DC27-4EB9-AB6F-70BCAB75E2CD}" dt="2026-06-26T20:39:16.721" v="73" actId="2696"/>
        <pc:sldMkLst>
          <pc:docMk/>
          <pc:sldMk cId="1621819507" sldId="333"/>
        </pc:sldMkLst>
      </pc:sldChg>
      <pc:sldChg chg="modSp">
        <pc:chgData name="Carola Maria Gordillo Vera" userId="32afbe88-9adf-4b00-9c52-b75d96521283" providerId="ADAL" clId="{7F5980F9-DC27-4EB9-AB6F-70BCAB75E2CD}" dt="2026-06-26T20:42:39.590" v="203" actId="20577"/>
        <pc:sldMkLst>
          <pc:docMk/>
          <pc:sldMk cId="2745956060" sldId="334"/>
        </pc:sldMkLst>
        <pc:spChg chg="mod">
          <ac:chgData name="Carola Maria Gordillo Vera" userId="32afbe88-9adf-4b00-9c52-b75d96521283" providerId="ADAL" clId="{7F5980F9-DC27-4EB9-AB6F-70BCAB75E2CD}" dt="2026-06-26T20:42:39.590" v="203" actId="20577"/>
          <ac:spMkLst>
            <pc:docMk/>
            <pc:sldMk cId="2745956060" sldId="334"/>
            <ac:spMk id="2" creationId="{8748EF8C-94C2-FC47-4384-274D9D403CEE}"/>
          </ac:spMkLst>
        </pc:spChg>
      </pc:sldChg>
      <pc:sldChg chg="addSp modSp">
        <pc:chgData name="Carola Maria Gordillo Vera" userId="32afbe88-9adf-4b00-9c52-b75d96521283" providerId="ADAL" clId="{7F5980F9-DC27-4EB9-AB6F-70BCAB75E2CD}" dt="2026-06-26T21:51:21.297" v="463" actId="1076"/>
        <pc:sldMkLst>
          <pc:docMk/>
          <pc:sldMk cId="751200501" sldId="336"/>
        </pc:sldMkLst>
        <pc:spChg chg="mod">
          <ac:chgData name="Carola Maria Gordillo Vera" userId="32afbe88-9adf-4b00-9c52-b75d96521283" providerId="ADAL" clId="{7F5980F9-DC27-4EB9-AB6F-70BCAB75E2CD}" dt="2026-06-26T21:51:18.954" v="462" actId="27636"/>
          <ac:spMkLst>
            <pc:docMk/>
            <pc:sldMk cId="751200501" sldId="336"/>
            <ac:spMk id="3" creationId="{A7D3F237-D2E0-4245-9C20-EB42BC98793D}"/>
          </ac:spMkLst>
        </pc:spChg>
        <pc:picChg chg="add mod">
          <ac:chgData name="Carola Maria Gordillo Vera" userId="32afbe88-9adf-4b00-9c52-b75d96521283" providerId="ADAL" clId="{7F5980F9-DC27-4EB9-AB6F-70BCAB75E2CD}" dt="2026-06-26T21:51:21.297" v="463" actId="1076"/>
          <ac:picMkLst>
            <pc:docMk/>
            <pc:sldMk cId="751200501" sldId="336"/>
            <ac:picMk id="5" creationId="{842B0293-51E0-4FFB-9DEC-AA5242C4E565}"/>
          </ac:picMkLst>
        </pc:picChg>
      </pc:sldChg>
      <pc:sldChg chg="del">
        <pc:chgData name="Carola Maria Gordillo Vera" userId="32afbe88-9adf-4b00-9c52-b75d96521283" providerId="ADAL" clId="{7F5980F9-DC27-4EB9-AB6F-70BCAB75E2CD}" dt="2026-06-26T20:33:51.784" v="38" actId="2696"/>
        <pc:sldMkLst>
          <pc:docMk/>
          <pc:sldMk cId="3229225203" sldId="337"/>
        </pc:sldMkLst>
      </pc:sldChg>
      <pc:sldChg chg="del">
        <pc:chgData name="Carola Maria Gordillo Vera" userId="32afbe88-9adf-4b00-9c52-b75d96521283" providerId="ADAL" clId="{7F5980F9-DC27-4EB9-AB6F-70BCAB75E2CD}" dt="2026-06-26T20:33:50.889" v="37" actId="2696"/>
        <pc:sldMkLst>
          <pc:docMk/>
          <pc:sldMk cId="2352499219" sldId="338"/>
        </pc:sldMkLst>
      </pc:sldChg>
      <pc:sldChg chg="del">
        <pc:chgData name="Carola Maria Gordillo Vera" userId="32afbe88-9adf-4b00-9c52-b75d96521283" providerId="ADAL" clId="{7F5980F9-DC27-4EB9-AB6F-70BCAB75E2CD}" dt="2026-06-26T20:33:41.878" v="27" actId="2696"/>
        <pc:sldMkLst>
          <pc:docMk/>
          <pc:sldMk cId="3520285611" sldId="339"/>
        </pc:sldMkLst>
      </pc:sldChg>
      <pc:sldChg chg="del">
        <pc:chgData name="Carola Maria Gordillo Vera" userId="32afbe88-9adf-4b00-9c52-b75d96521283" providerId="ADAL" clId="{7F5980F9-DC27-4EB9-AB6F-70BCAB75E2CD}" dt="2026-06-26T20:33:49.984" v="35" actId="2696"/>
        <pc:sldMkLst>
          <pc:docMk/>
          <pc:sldMk cId="3771334916" sldId="341"/>
        </pc:sldMkLst>
      </pc:sldChg>
      <pc:sldChg chg="del">
        <pc:chgData name="Carola Maria Gordillo Vera" userId="32afbe88-9adf-4b00-9c52-b75d96521283" providerId="ADAL" clId="{7F5980F9-DC27-4EB9-AB6F-70BCAB75E2CD}" dt="2026-06-26T20:33:49.752" v="34" actId="2696"/>
        <pc:sldMkLst>
          <pc:docMk/>
          <pc:sldMk cId="3920378585" sldId="342"/>
        </pc:sldMkLst>
      </pc:sldChg>
      <pc:sldChg chg="del">
        <pc:chgData name="Carola Maria Gordillo Vera" userId="32afbe88-9adf-4b00-9c52-b75d96521283" providerId="ADAL" clId="{7F5980F9-DC27-4EB9-AB6F-70BCAB75E2CD}" dt="2026-06-26T20:33:49.221" v="33" actId="2696"/>
        <pc:sldMkLst>
          <pc:docMk/>
          <pc:sldMk cId="2540189733" sldId="343"/>
        </pc:sldMkLst>
      </pc:sldChg>
      <pc:sldChg chg="del">
        <pc:chgData name="Carola Maria Gordillo Vera" userId="32afbe88-9adf-4b00-9c52-b75d96521283" providerId="ADAL" clId="{7F5980F9-DC27-4EB9-AB6F-70BCAB75E2CD}" dt="2026-06-26T20:33:50.478" v="36" actId="2696"/>
        <pc:sldMkLst>
          <pc:docMk/>
          <pc:sldMk cId="1543722841" sldId="344"/>
        </pc:sldMkLst>
      </pc:sldChg>
      <pc:sldChg chg="del">
        <pc:chgData name="Carola Maria Gordillo Vera" userId="32afbe88-9adf-4b00-9c52-b75d96521283" providerId="ADAL" clId="{7F5980F9-DC27-4EB9-AB6F-70BCAB75E2CD}" dt="2026-06-26T20:33:18.668" v="23" actId="2696"/>
        <pc:sldMkLst>
          <pc:docMk/>
          <pc:sldMk cId="1536375763" sldId="345"/>
        </pc:sldMkLst>
      </pc:sldChg>
      <pc:sldChg chg="delSp del">
        <pc:chgData name="Carola Maria Gordillo Vera" userId="32afbe88-9adf-4b00-9c52-b75d96521283" providerId="ADAL" clId="{7F5980F9-DC27-4EB9-AB6F-70BCAB75E2CD}" dt="2026-06-26T20:40:08.440" v="89" actId="2696"/>
        <pc:sldMkLst>
          <pc:docMk/>
          <pc:sldMk cId="901452896" sldId="346"/>
        </pc:sldMkLst>
        <pc:picChg chg="del">
          <ac:chgData name="Carola Maria Gordillo Vera" userId="32afbe88-9adf-4b00-9c52-b75d96521283" providerId="ADAL" clId="{7F5980F9-DC27-4EB9-AB6F-70BCAB75E2CD}" dt="2026-06-26T20:33:30.036" v="24" actId="478"/>
          <ac:picMkLst>
            <pc:docMk/>
            <pc:sldMk cId="901452896" sldId="346"/>
            <ac:picMk id="4" creationId="{2F159310-F59E-428D-9472-5166593C8C71}"/>
          </ac:picMkLst>
        </pc:picChg>
      </pc:sldChg>
      <pc:sldChg chg="del">
        <pc:chgData name="Carola Maria Gordillo Vera" userId="32afbe88-9adf-4b00-9c52-b75d96521283" providerId="ADAL" clId="{7F5980F9-DC27-4EB9-AB6F-70BCAB75E2CD}" dt="2026-06-26T20:39:46.167" v="75" actId="2696"/>
        <pc:sldMkLst>
          <pc:docMk/>
          <pc:sldMk cId="3425862081" sldId="347"/>
        </pc:sldMkLst>
      </pc:sldChg>
      <pc:sldChg chg="modSp">
        <pc:chgData name="Carola Maria Gordillo Vera" userId="32afbe88-9adf-4b00-9c52-b75d96521283" providerId="ADAL" clId="{7F5980F9-DC27-4EB9-AB6F-70BCAB75E2CD}" dt="2026-06-26T22:06:53.869" v="510" actId="14100"/>
        <pc:sldMkLst>
          <pc:docMk/>
          <pc:sldMk cId="1568936367" sldId="348"/>
        </pc:sldMkLst>
        <pc:spChg chg="mod">
          <ac:chgData name="Carola Maria Gordillo Vera" userId="32afbe88-9adf-4b00-9c52-b75d96521283" providerId="ADAL" clId="{7F5980F9-DC27-4EB9-AB6F-70BCAB75E2CD}" dt="2026-06-26T20:54:39.972" v="241" actId="20577"/>
          <ac:spMkLst>
            <pc:docMk/>
            <pc:sldMk cId="1568936367" sldId="348"/>
            <ac:spMk id="2" creationId="{D7C3D7D2-302A-4E3C-9270-B34D1C8D4F56}"/>
          </ac:spMkLst>
        </pc:spChg>
        <pc:spChg chg="mod">
          <ac:chgData name="Carola Maria Gordillo Vera" userId="32afbe88-9adf-4b00-9c52-b75d96521283" providerId="ADAL" clId="{7F5980F9-DC27-4EB9-AB6F-70BCAB75E2CD}" dt="2026-06-26T22:06:53.869" v="510" actId="14100"/>
          <ac:spMkLst>
            <pc:docMk/>
            <pc:sldMk cId="1568936367" sldId="348"/>
            <ac:spMk id="3" creationId="{1D5F7F1C-E2F2-4497-9DF8-547B55E03383}"/>
          </ac:spMkLst>
        </pc:spChg>
      </pc:sldChg>
      <pc:sldChg chg="del">
        <pc:chgData name="Carola Maria Gordillo Vera" userId="32afbe88-9adf-4b00-9c52-b75d96521283" providerId="ADAL" clId="{7F5980F9-DC27-4EB9-AB6F-70BCAB75E2CD}" dt="2026-06-26T20:33:47.419" v="32" actId="2696"/>
        <pc:sldMkLst>
          <pc:docMk/>
          <pc:sldMk cId="3927790951" sldId="349"/>
        </pc:sldMkLst>
      </pc:sldChg>
      <pc:sldChg chg="addSp delSp modSp add del">
        <pc:chgData name="Carola Maria Gordillo Vera" userId="32afbe88-9adf-4b00-9c52-b75d96521283" providerId="ADAL" clId="{7F5980F9-DC27-4EB9-AB6F-70BCAB75E2CD}" dt="2026-06-26T22:05:18.880" v="509" actId="123"/>
        <pc:sldMkLst>
          <pc:docMk/>
          <pc:sldMk cId="3786560698" sldId="350"/>
        </pc:sldMkLst>
        <pc:spChg chg="mod">
          <ac:chgData name="Carola Maria Gordillo Vera" userId="32afbe88-9adf-4b00-9c52-b75d96521283" providerId="ADAL" clId="{7F5980F9-DC27-4EB9-AB6F-70BCAB75E2CD}" dt="2026-06-26T21:43:55.771" v="431" actId="20577"/>
          <ac:spMkLst>
            <pc:docMk/>
            <pc:sldMk cId="3786560698" sldId="350"/>
            <ac:spMk id="2" creationId="{8748EF8C-94C2-FC47-4384-274D9D403CEE}"/>
          </ac:spMkLst>
        </pc:spChg>
        <pc:spChg chg="del mod">
          <ac:chgData name="Carola Maria Gordillo Vera" userId="32afbe88-9adf-4b00-9c52-b75d96521283" providerId="ADAL" clId="{7F5980F9-DC27-4EB9-AB6F-70BCAB75E2CD}" dt="2026-06-26T22:05:18.880" v="509" actId="123"/>
          <ac:spMkLst>
            <pc:docMk/>
            <pc:sldMk cId="3786560698" sldId="350"/>
            <ac:spMk id="6" creationId="{E5791C49-F4E9-4391-B3F9-7B83BB4E337D}"/>
          </ac:spMkLst>
        </pc:spChg>
        <pc:spChg chg="add del">
          <ac:chgData name="Carola Maria Gordillo Vera" userId="32afbe88-9adf-4b00-9c52-b75d96521283" providerId="ADAL" clId="{7F5980F9-DC27-4EB9-AB6F-70BCAB75E2CD}" dt="2026-06-26T20:52:47.597" v="213"/>
          <ac:spMkLst>
            <pc:docMk/>
            <pc:sldMk cId="3786560698" sldId="350"/>
            <ac:spMk id="7" creationId="{85F14B44-B2CC-4AB7-B790-EA69E8315B2E}"/>
          </ac:spMkLst>
        </pc:spChg>
      </pc:sldChg>
      <pc:sldChg chg="modSp">
        <pc:chgData name="Carola Maria Gordillo Vera" userId="32afbe88-9adf-4b00-9c52-b75d96521283" providerId="ADAL" clId="{7F5980F9-DC27-4EB9-AB6F-70BCAB75E2CD}" dt="2026-06-26T21:39:10.879" v="402" actId="20577"/>
        <pc:sldMkLst>
          <pc:docMk/>
          <pc:sldMk cId="2813545625" sldId="352"/>
        </pc:sldMkLst>
        <pc:spChg chg="mod">
          <ac:chgData name="Carola Maria Gordillo Vera" userId="32afbe88-9adf-4b00-9c52-b75d96521283" providerId="ADAL" clId="{7F5980F9-DC27-4EB9-AB6F-70BCAB75E2CD}" dt="2026-06-26T21:39:10.879" v="402" actId="20577"/>
          <ac:spMkLst>
            <pc:docMk/>
            <pc:sldMk cId="2813545625" sldId="352"/>
            <ac:spMk id="3" creationId="{76FF80C1-7A7E-4801-9977-D704EB4A144F}"/>
          </ac:spMkLst>
        </pc:spChg>
      </pc:sldChg>
      <pc:sldChg chg="del">
        <pc:chgData name="Carola Maria Gordillo Vera" userId="32afbe88-9adf-4b00-9c52-b75d96521283" providerId="ADAL" clId="{7F5980F9-DC27-4EB9-AB6F-70BCAB75E2CD}" dt="2026-06-26T20:33:31.994" v="25" actId="2696"/>
        <pc:sldMkLst>
          <pc:docMk/>
          <pc:sldMk cId="233795631" sldId="353"/>
        </pc:sldMkLst>
      </pc:sldChg>
      <pc:sldChg chg="add">
        <pc:chgData name="Carola Maria Gordillo Vera" userId="32afbe88-9adf-4b00-9c52-b75d96521283" providerId="ADAL" clId="{7F5980F9-DC27-4EB9-AB6F-70BCAB75E2CD}" dt="2026-06-26T20:40:35.612" v="109"/>
        <pc:sldMkLst>
          <pc:docMk/>
          <pc:sldMk cId="2157241487" sldId="353"/>
        </pc:sldMkLst>
      </pc:sldChg>
      <pc:sldChg chg="addSp modSp add">
        <pc:chgData name="Carola Maria Gordillo Vera" userId="32afbe88-9adf-4b00-9c52-b75d96521283" providerId="ADAL" clId="{7F5980F9-DC27-4EB9-AB6F-70BCAB75E2CD}" dt="2026-06-26T21:44:32.872" v="434" actId="14100"/>
        <pc:sldMkLst>
          <pc:docMk/>
          <pc:sldMk cId="544496031" sldId="354"/>
        </pc:sldMkLst>
        <pc:spChg chg="mod">
          <ac:chgData name="Carola Maria Gordillo Vera" userId="32afbe88-9adf-4b00-9c52-b75d96521283" providerId="ADAL" clId="{7F5980F9-DC27-4EB9-AB6F-70BCAB75E2CD}" dt="2026-06-26T20:55:57.450" v="262"/>
          <ac:spMkLst>
            <pc:docMk/>
            <pc:sldMk cId="544496031" sldId="354"/>
            <ac:spMk id="2" creationId="{D987F24A-5409-4486-BE33-54671F1B001C}"/>
          </ac:spMkLst>
        </pc:spChg>
        <pc:spChg chg="mod">
          <ac:chgData name="Carola Maria Gordillo Vera" userId="32afbe88-9adf-4b00-9c52-b75d96521283" providerId="ADAL" clId="{7F5980F9-DC27-4EB9-AB6F-70BCAB75E2CD}" dt="2026-06-26T20:56:01.272" v="264" actId="27636"/>
          <ac:spMkLst>
            <pc:docMk/>
            <pc:sldMk cId="544496031" sldId="354"/>
            <ac:spMk id="3" creationId="{FCE62560-C3A1-4368-BCE9-3B1877F2B5E9}"/>
          </ac:spMkLst>
        </pc:spChg>
        <pc:picChg chg="add mod">
          <ac:chgData name="Carola Maria Gordillo Vera" userId="32afbe88-9adf-4b00-9c52-b75d96521283" providerId="ADAL" clId="{7F5980F9-DC27-4EB9-AB6F-70BCAB75E2CD}" dt="2026-06-26T21:44:32.872" v="434" actId="14100"/>
          <ac:picMkLst>
            <pc:docMk/>
            <pc:sldMk cId="544496031" sldId="354"/>
            <ac:picMk id="5" creationId="{31716744-F1DD-48D2-A4F4-B5141BED8BDC}"/>
          </ac:picMkLst>
        </pc:picChg>
      </pc:sldChg>
      <pc:sldChg chg="del">
        <pc:chgData name="Carola Maria Gordillo Vera" userId="32afbe88-9adf-4b00-9c52-b75d96521283" providerId="ADAL" clId="{7F5980F9-DC27-4EB9-AB6F-70BCAB75E2CD}" dt="2026-06-26T20:33:45.513" v="30" actId="2696"/>
        <pc:sldMkLst>
          <pc:docMk/>
          <pc:sldMk cId="1457088932" sldId="354"/>
        </pc:sldMkLst>
      </pc:sldChg>
      <pc:sldChg chg="addSp delSp modSp add">
        <pc:chgData name="Carola Maria Gordillo Vera" userId="32afbe88-9adf-4b00-9c52-b75d96521283" providerId="ADAL" clId="{7F5980F9-DC27-4EB9-AB6F-70BCAB75E2CD}" dt="2026-06-26T21:55:36.544" v="491" actId="478"/>
        <pc:sldMkLst>
          <pc:docMk/>
          <pc:sldMk cId="559885591" sldId="355"/>
        </pc:sldMkLst>
        <pc:spChg chg="mod">
          <ac:chgData name="Carola Maria Gordillo Vera" userId="32afbe88-9adf-4b00-9c52-b75d96521283" providerId="ADAL" clId="{7F5980F9-DC27-4EB9-AB6F-70BCAB75E2CD}" dt="2026-06-26T20:57:17.204" v="277"/>
          <ac:spMkLst>
            <pc:docMk/>
            <pc:sldMk cId="559885591" sldId="355"/>
            <ac:spMk id="2" creationId="{6802A650-15F5-4A88-8497-41A584E9A169}"/>
          </ac:spMkLst>
        </pc:spChg>
        <pc:spChg chg="del">
          <ac:chgData name="Carola Maria Gordillo Vera" userId="32afbe88-9adf-4b00-9c52-b75d96521283" providerId="ADAL" clId="{7F5980F9-DC27-4EB9-AB6F-70BCAB75E2CD}" dt="2026-06-26T20:56:28.677" v="266"/>
          <ac:spMkLst>
            <pc:docMk/>
            <pc:sldMk cId="559885591" sldId="355"/>
            <ac:spMk id="3" creationId="{6F1AE005-0603-4CE7-9C5B-489553F7A9A8}"/>
          </ac:spMkLst>
        </pc:spChg>
        <pc:spChg chg="add mod">
          <ac:chgData name="Carola Maria Gordillo Vera" userId="32afbe88-9adf-4b00-9c52-b75d96521283" providerId="ADAL" clId="{7F5980F9-DC27-4EB9-AB6F-70BCAB75E2CD}" dt="2026-06-26T21:54:40.418" v="484" actId="14100"/>
          <ac:spMkLst>
            <pc:docMk/>
            <pc:sldMk cId="559885591" sldId="355"/>
            <ac:spMk id="5" creationId="{EA1BFB49-E58E-4427-80F0-8E6F3FF6FD2A}"/>
          </ac:spMkLst>
        </pc:spChg>
        <pc:picChg chg="add del mod">
          <ac:chgData name="Carola Maria Gordillo Vera" userId="32afbe88-9adf-4b00-9c52-b75d96521283" providerId="ADAL" clId="{7F5980F9-DC27-4EB9-AB6F-70BCAB75E2CD}" dt="2026-06-26T21:55:36.544" v="491" actId="478"/>
          <ac:picMkLst>
            <pc:docMk/>
            <pc:sldMk cId="559885591" sldId="355"/>
            <ac:picMk id="6" creationId="{70F13446-2E7A-4F51-A866-B2265FCB504D}"/>
          </ac:picMkLst>
        </pc:picChg>
      </pc:sldChg>
      <pc:sldChg chg="del">
        <pc:chgData name="Carola Maria Gordillo Vera" userId="32afbe88-9adf-4b00-9c52-b75d96521283" providerId="ADAL" clId="{7F5980F9-DC27-4EB9-AB6F-70BCAB75E2CD}" dt="2026-06-26T20:33:44.866" v="29" actId="2696"/>
        <pc:sldMkLst>
          <pc:docMk/>
          <pc:sldMk cId="1269748417" sldId="355"/>
        </pc:sldMkLst>
      </pc:sldChg>
      <pc:sldChg chg="modSp add">
        <pc:chgData name="Carola Maria Gordillo Vera" userId="32afbe88-9adf-4b00-9c52-b75d96521283" providerId="ADAL" clId="{7F5980F9-DC27-4EB9-AB6F-70BCAB75E2CD}" dt="2026-06-26T20:58:11.776" v="287"/>
        <pc:sldMkLst>
          <pc:docMk/>
          <pc:sldMk cId="3625256079" sldId="356"/>
        </pc:sldMkLst>
        <pc:spChg chg="mod">
          <ac:chgData name="Carola Maria Gordillo Vera" userId="32afbe88-9adf-4b00-9c52-b75d96521283" providerId="ADAL" clId="{7F5980F9-DC27-4EB9-AB6F-70BCAB75E2CD}" dt="2026-06-26T20:58:11.776" v="287"/>
          <ac:spMkLst>
            <pc:docMk/>
            <pc:sldMk cId="3625256079" sldId="356"/>
            <ac:spMk id="2" creationId="{E75B8618-1CF5-4709-92A5-412A94DC9B06}"/>
          </ac:spMkLst>
        </pc:spChg>
        <pc:spChg chg="mod">
          <ac:chgData name="Carola Maria Gordillo Vera" userId="32afbe88-9adf-4b00-9c52-b75d96521283" providerId="ADAL" clId="{7F5980F9-DC27-4EB9-AB6F-70BCAB75E2CD}" dt="2026-06-26T20:57:59.612" v="286" actId="403"/>
          <ac:spMkLst>
            <pc:docMk/>
            <pc:sldMk cId="3625256079" sldId="356"/>
            <ac:spMk id="3" creationId="{8739D7C1-2B60-421D-9A60-88A192658251}"/>
          </ac:spMkLst>
        </pc:spChg>
      </pc:sldChg>
      <pc:sldChg chg="del">
        <pc:chgData name="Carola Maria Gordillo Vera" userId="32afbe88-9adf-4b00-9c52-b75d96521283" providerId="ADAL" clId="{7F5980F9-DC27-4EB9-AB6F-70BCAB75E2CD}" dt="2026-06-26T20:33:42.935" v="28" actId="2696"/>
        <pc:sldMkLst>
          <pc:docMk/>
          <pc:sldMk cId="3857762573" sldId="356"/>
        </pc:sldMkLst>
      </pc:sldChg>
      <pc:sldChg chg="del">
        <pc:chgData name="Carola Maria Gordillo Vera" userId="32afbe88-9adf-4b00-9c52-b75d96521283" providerId="ADAL" clId="{7F5980F9-DC27-4EB9-AB6F-70BCAB75E2CD}" dt="2026-06-26T20:33:45.888" v="31" actId="2696"/>
        <pc:sldMkLst>
          <pc:docMk/>
          <pc:sldMk cId="2714377114" sldId="357"/>
        </pc:sldMkLst>
      </pc:sldChg>
      <pc:sldChg chg="addSp modSp add del">
        <pc:chgData name="Carola Maria Gordillo Vera" userId="32afbe88-9adf-4b00-9c52-b75d96521283" providerId="ADAL" clId="{7F5980F9-DC27-4EB9-AB6F-70BCAB75E2CD}" dt="2026-06-26T21:22:26.677" v="391" actId="2696"/>
        <pc:sldMkLst>
          <pc:docMk/>
          <pc:sldMk cId="4237148063" sldId="357"/>
        </pc:sldMkLst>
        <pc:picChg chg="add mod">
          <ac:chgData name="Carola Maria Gordillo Vera" userId="32afbe88-9adf-4b00-9c52-b75d96521283" providerId="ADAL" clId="{7F5980F9-DC27-4EB9-AB6F-70BCAB75E2CD}" dt="2026-06-26T21:05:53.541" v="292" actId="14100"/>
          <ac:picMkLst>
            <pc:docMk/>
            <pc:sldMk cId="4237148063" sldId="357"/>
            <ac:picMk id="3" creationId="{C7D609B5-0345-44A2-8A27-7FBBB37039CD}"/>
          </ac:picMkLst>
        </pc:picChg>
      </pc:sldChg>
      <pc:sldChg chg="addSp modSp add">
        <pc:chgData name="Carola Maria Gordillo Vera" userId="32afbe88-9adf-4b00-9c52-b75d96521283" providerId="ADAL" clId="{7F5980F9-DC27-4EB9-AB6F-70BCAB75E2CD}" dt="2026-06-26T21:20:43.907" v="389" actId="1076"/>
        <pc:sldMkLst>
          <pc:docMk/>
          <pc:sldMk cId="814457816" sldId="358"/>
        </pc:sldMkLst>
        <pc:spChg chg="add mod">
          <ac:chgData name="Carola Maria Gordillo Vera" userId="32afbe88-9adf-4b00-9c52-b75d96521283" providerId="ADAL" clId="{7F5980F9-DC27-4EB9-AB6F-70BCAB75E2CD}" dt="2026-06-26T21:20:43.907" v="389" actId="1076"/>
          <ac:spMkLst>
            <pc:docMk/>
            <pc:sldMk cId="814457816" sldId="358"/>
            <ac:spMk id="6" creationId="{6B1ACAC7-40AB-4BA7-AFAE-2F741BE22A2E}"/>
          </ac:spMkLst>
        </pc:spChg>
        <pc:spChg chg="add mod">
          <ac:chgData name="Carola Maria Gordillo Vera" userId="32afbe88-9adf-4b00-9c52-b75d96521283" providerId="ADAL" clId="{7F5980F9-DC27-4EB9-AB6F-70BCAB75E2CD}" dt="2026-06-26T21:20:01.564" v="381" actId="14100"/>
          <ac:spMkLst>
            <pc:docMk/>
            <pc:sldMk cId="814457816" sldId="358"/>
            <ac:spMk id="7" creationId="{1B69D84B-AA22-4339-828E-CA5BE70322EA}"/>
          </ac:spMkLst>
        </pc:spChg>
        <pc:picChg chg="add mod modCrop">
          <ac:chgData name="Carola Maria Gordillo Vera" userId="32afbe88-9adf-4b00-9c52-b75d96521283" providerId="ADAL" clId="{7F5980F9-DC27-4EB9-AB6F-70BCAB75E2CD}" dt="2026-06-26T21:18:53.403" v="359" actId="14100"/>
          <ac:picMkLst>
            <pc:docMk/>
            <pc:sldMk cId="814457816" sldId="358"/>
            <ac:picMk id="4" creationId="{A40AE4AE-A634-43D1-91C0-C5681EEA3D83}"/>
          </ac:picMkLst>
        </pc:picChg>
        <pc:picChg chg="add mod">
          <ac:chgData name="Carola Maria Gordillo Vera" userId="32afbe88-9adf-4b00-9c52-b75d96521283" providerId="ADAL" clId="{7F5980F9-DC27-4EB9-AB6F-70BCAB75E2CD}" dt="2026-06-26T21:19:13.660" v="365" actId="14100"/>
          <ac:picMkLst>
            <pc:docMk/>
            <pc:sldMk cId="814457816" sldId="358"/>
            <ac:picMk id="5" creationId="{208545C7-5E68-4219-9F1E-0ECC992F4BCD}"/>
          </ac:picMkLst>
        </pc:picChg>
      </pc:sldChg>
      <pc:sldChg chg="addSp delSp modSp add del">
        <pc:chgData name="Carola Maria Gordillo Vera" userId="32afbe88-9adf-4b00-9c52-b75d96521283" providerId="ADAL" clId="{7F5980F9-DC27-4EB9-AB6F-70BCAB75E2CD}" dt="2026-06-26T22:03:48.798" v="492" actId="2696"/>
        <pc:sldMkLst>
          <pc:docMk/>
          <pc:sldMk cId="3073736361" sldId="359"/>
        </pc:sldMkLst>
        <pc:picChg chg="add del mod">
          <ac:chgData name="Carola Maria Gordillo Vera" userId="32afbe88-9adf-4b00-9c52-b75d96521283" providerId="ADAL" clId="{7F5980F9-DC27-4EB9-AB6F-70BCAB75E2CD}" dt="2026-06-26T21:43:43.845" v="418" actId="478"/>
          <ac:picMkLst>
            <pc:docMk/>
            <pc:sldMk cId="3073736361" sldId="359"/>
            <ac:picMk id="4" creationId="{B520B3DE-6409-4928-9498-D1AD296537B4}"/>
          </ac:picMkLst>
        </pc:picChg>
      </pc:sldChg>
      <pc:sldChg chg="addSp modSp add">
        <pc:chgData name="Carola Maria Gordillo Vera" userId="32afbe88-9adf-4b00-9c52-b75d96521283" providerId="ADAL" clId="{7F5980F9-DC27-4EB9-AB6F-70BCAB75E2CD}" dt="2026-06-26T21:39:41.906" v="406" actId="14100"/>
        <pc:sldMkLst>
          <pc:docMk/>
          <pc:sldMk cId="685558451" sldId="360"/>
        </pc:sldMkLst>
        <pc:picChg chg="add mod">
          <ac:chgData name="Carola Maria Gordillo Vera" userId="32afbe88-9adf-4b00-9c52-b75d96521283" providerId="ADAL" clId="{7F5980F9-DC27-4EB9-AB6F-70BCAB75E2CD}" dt="2026-06-26T21:39:41.906" v="406" actId="14100"/>
          <ac:picMkLst>
            <pc:docMk/>
            <pc:sldMk cId="685558451" sldId="360"/>
            <ac:picMk id="4" creationId="{B9453C03-152B-473C-9F84-C01CB37C0395}"/>
          </ac:picMkLst>
        </pc:picChg>
      </pc:sldChg>
      <pc:sldChg chg="addSp delSp modSp add del">
        <pc:chgData name="Carola Maria Gordillo Vera" userId="32afbe88-9adf-4b00-9c52-b75d96521283" providerId="ADAL" clId="{7F5980F9-DC27-4EB9-AB6F-70BCAB75E2CD}" dt="2026-06-26T22:04:11.125" v="494" actId="2696"/>
        <pc:sldMkLst>
          <pc:docMk/>
          <pc:sldMk cId="2706767885" sldId="361"/>
        </pc:sldMkLst>
        <pc:picChg chg="add del mod">
          <ac:chgData name="Carola Maria Gordillo Vera" userId="32afbe88-9adf-4b00-9c52-b75d96521283" providerId="ADAL" clId="{7F5980F9-DC27-4EB9-AB6F-70BCAB75E2CD}" dt="2026-06-26T22:04:01.034" v="493" actId="478"/>
          <ac:picMkLst>
            <pc:docMk/>
            <pc:sldMk cId="2706767885" sldId="361"/>
            <ac:picMk id="3" creationId="{415BDB8C-E0F8-4A59-98BC-ECC20E703B83}"/>
          </ac:picMkLst>
        </pc:picChg>
      </pc:sldChg>
      <pc:sldChg chg="addSp delSp modSp add">
        <pc:chgData name="Carola Maria Gordillo Vera" userId="32afbe88-9adf-4b00-9c52-b75d96521283" providerId="ADAL" clId="{7F5980F9-DC27-4EB9-AB6F-70BCAB75E2CD}" dt="2026-06-26T21:53:36.176" v="483" actId="14100"/>
        <pc:sldMkLst>
          <pc:docMk/>
          <pc:sldMk cId="3577727510" sldId="362"/>
        </pc:sldMkLst>
        <pc:picChg chg="add del mod modCrop">
          <ac:chgData name="Carola Maria Gordillo Vera" userId="32afbe88-9adf-4b00-9c52-b75d96521283" providerId="ADAL" clId="{7F5980F9-DC27-4EB9-AB6F-70BCAB75E2CD}" dt="2026-06-26T21:52:44.958" v="475" actId="478"/>
          <ac:picMkLst>
            <pc:docMk/>
            <pc:sldMk cId="3577727510" sldId="362"/>
            <ac:picMk id="4" creationId="{978E4A1C-BCFD-44AD-915B-F366464416AD}"/>
          </ac:picMkLst>
        </pc:picChg>
        <pc:picChg chg="add mod">
          <ac:chgData name="Carola Maria Gordillo Vera" userId="32afbe88-9adf-4b00-9c52-b75d96521283" providerId="ADAL" clId="{7F5980F9-DC27-4EB9-AB6F-70BCAB75E2CD}" dt="2026-06-26T21:53:36.176" v="483" actId="14100"/>
          <ac:picMkLst>
            <pc:docMk/>
            <pc:sldMk cId="3577727510" sldId="362"/>
            <ac:picMk id="5" creationId="{4A97493F-5FFF-4C10-AC4E-11766E0272E9}"/>
          </ac:picMkLst>
        </pc:picChg>
      </pc:sldChg>
      <pc:sldChg chg="addSp delSp modSp add del ord">
        <pc:chgData name="Carola Maria Gordillo Vera" userId="32afbe88-9adf-4b00-9c52-b75d96521283" providerId="ADAL" clId="{7F5980F9-DC27-4EB9-AB6F-70BCAB75E2CD}" dt="2026-06-26T21:51:24" v="464" actId="2696"/>
        <pc:sldMkLst>
          <pc:docMk/>
          <pc:sldMk cId="3927817010" sldId="362"/>
        </pc:sldMkLst>
        <pc:picChg chg="add mod modCrop">
          <ac:chgData name="Carola Maria Gordillo Vera" userId="32afbe88-9adf-4b00-9c52-b75d96521283" providerId="ADAL" clId="{7F5980F9-DC27-4EB9-AB6F-70BCAB75E2CD}" dt="2026-06-26T21:50:20.895" v="447" actId="1076"/>
          <ac:picMkLst>
            <pc:docMk/>
            <pc:sldMk cId="3927817010" sldId="362"/>
            <ac:picMk id="4" creationId="{692B145D-BC2D-444F-845D-10A576A65714}"/>
          </ac:picMkLst>
        </pc:picChg>
        <pc:picChg chg="add del mod modCrop">
          <ac:chgData name="Carola Maria Gordillo Vera" userId="32afbe88-9adf-4b00-9c52-b75d96521283" providerId="ADAL" clId="{7F5980F9-DC27-4EB9-AB6F-70BCAB75E2CD}" dt="2026-06-26T21:50:56.010" v="452"/>
          <ac:picMkLst>
            <pc:docMk/>
            <pc:sldMk cId="3927817010" sldId="362"/>
            <ac:picMk id="5" creationId="{2E455AF3-FFB8-45AF-8F1D-930F37A86905}"/>
          </ac:picMkLst>
        </pc:picChg>
      </pc:sldChg>
      <pc:sldMasterChg chg="modSldLayout">
        <pc:chgData name="Carola Maria Gordillo Vera" userId="32afbe88-9adf-4b00-9c52-b75d96521283" providerId="ADAL" clId="{7F5980F9-DC27-4EB9-AB6F-70BCAB75E2CD}" dt="2026-06-26T20:31:43.136" v="1" actId="478"/>
        <pc:sldMasterMkLst>
          <pc:docMk/>
          <pc:sldMasterMk cId="1345216807" sldId="2147483648"/>
        </pc:sldMasterMkLst>
        <pc:sldLayoutChg chg="delSp">
          <pc:chgData name="Carola Maria Gordillo Vera" userId="32afbe88-9adf-4b00-9c52-b75d96521283" providerId="ADAL" clId="{7F5980F9-DC27-4EB9-AB6F-70BCAB75E2CD}" dt="2026-06-26T20:31:43.136" v="1" actId="478"/>
          <pc:sldLayoutMkLst>
            <pc:docMk/>
            <pc:sldMasterMk cId="1345216807" sldId="2147483648"/>
            <pc:sldLayoutMk cId="2781754896" sldId="2147483649"/>
          </pc:sldLayoutMkLst>
          <pc:picChg chg="del">
            <ac:chgData name="Carola Maria Gordillo Vera" userId="32afbe88-9adf-4b00-9c52-b75d96521283" providerId="ADAL" clId="{7F5980F9-DC27-4EB9-AB6F-70BCAB75E2CD}" dt="2026-06-26T20:31:43.136" v="1" actId="478"/>
            <ac:picMkLst>
              <pc:docMk/>
              <pc:sldMasterMk cId="1345216807" sldId="2147483648"/>
              <pc:sldLayoutMk cId="2781754896" sldId="2147483649"/>
              <ac:picMk id="11" creationId="{EB37B8C6-60FD-A794-2776-20F77200D343}"/>
            </ac:picMkLst>
          </pc:picChg>
        </pc:sldLayoutChg>
      </pc:sldMasterChg>
    </pc:docChg>
  </pc:docChgLst>
  <pc:docChgLst>
    <pc:chgData name="Carola Maria Gordillo Vera" userId="32afbe88-9adf-4b00-9c52-b75d96521283" providerId="ADAL" clId="{C643B7D7-5141-4006-84ED-36C010C0ACAC}"/>
    <pc:docChg chg="modSld">
      <pc:chgData name="Carola Maria Gordillo Vera" userId="32afbe88-9adf-4b00-9c52-b75d96521283" providerId="ADAL" clId="{C643B7D7-5141-4006-84ED-36C010C0ACAC}" dt="2026-06-26T13:14:31.271" v="62" actId="20577"/>
      <pc:docMkLst>
        <pc:docMk/>
      </pc:docMkLst>
      <pc:sldChg chg="modNotesTx">
        <pc:chgData name="Carola Maria Gordillo Vera" userId="32afbe88-9adf-4b00-9c52-b75d96521283" providerId="ADAL" clId="{C643B7D7-5141-4006-84ED-36C010C0ACAC}" dt="2026-06-26T13:14:31.271" v="62" actId="20577"/>
        <pc:sldMkLst>
          <pc:docMk/>
          <pc:sldMk cId="3600911526" sldId="329"/>
        </pc:sldMkLst>
      </pc:sldChg>
      <pc:sldChg chg="modNotesTx">
        <pc:chgData name="Carola Maria Gordillo Vera" userId="32afbe88-9adf-4b00-9c52-b75d96521283" providerId="ADAL" clId="{C643B7D7-5141-4006-84ED-36C010C0ACAC}" dt="2026-06-26T13:14:28.065" v="61" actId="20577"/>
        <pc:sldMkLst>
          <pc:docMk/>
          <pc:sldMk cId="1627186396" sldId="330"/>
        </pc:sldMkLst>
      </pc:sldChg>
      <pc:sldChg chg="modNotesTx">
        <pc:chgData name="Carola Maria Gordillo Vera" userId="32afbe88-9adf-4b00-9c52-b75d96521283" providerId="ADAL" clId="{C643B7D7-5141-4006-84ED-36C010C0ACAC}" dt="2026-06-26T13:11:53.077" v="39" actId="20577"/>
        <pc:sldMkLst>
          <pc:docMk/>
          <pc:sldMk cId="2179799418" sldId="332"/>
        </pc:sldMkLst>
      </pc:sldChg>
    </pc:docChg>
  </pc:docChgLst>
  <pc:docChgLst>
    <pc:chgData name="Carola Maria Gordillo Vera" userId="32afbe88-9adf-4b00-9c52-b75d96521283" providerId="ADAL" clId="{D5C88BBA-B3DB-41C4-A6AC-D6445BB7EFD1}"/>
    <pc:docChg chg="custSel addSld delSld modSld sldOrd">
      <pc:chgData name="Carola Maria Gordillo Vera" userId="32afbe88-9adf-4b00-9c52-b75d96521283" providerId="ADAL" clId="{D5C88BBA-B3DB-41C4-A6AC-D6445BB7EFD1}" dt="2026-05-28T17:58:16.202" v="113"/>
      <pc:docMkLst>
        <pc:docMk/>
      </pc:docMkLst>
    </pc:docChg>
  </pc:docChgLst>
  <pc:docChgLst>
    <pc:chgData name="Carola Maria Gordillo Vera" userId="32afbe88-9adf-4b00-9c52-b75d96521283" providerId="ADAL" clId="{E0B12014-5BF9-4D78-8047-D4FB051187B0}"/>
    <pc:docChg chg="undo custSel addSld delSld modSld sldOrd">
      <pc:chgData name="Carola Maria Gordillo Vera" userId="32afbe88-9adf-4b00-9c52-b75d96521283" providerId="ADAL" clId="{E0B12014-5BF9-4D78-8047-D4FB051187B0}" dt="2026-06-25T18:34:22.147" v="384" actId="14100"/>
      <pc:docMkLst>
        <pc:docMk/>
      </pc:docMkLst>
      <pc:sldChg chg="del modTransition">
        <pc:chgData name="Carola Maria Gordillo Vera" userId="32afbe88-9adf-4b00-9c52-b75d96521283" providerId="ADAL" clId="{E0B12014-5BF9-4D78-8047-D4FB051187B0}" dt="2026-06-25T17:22:15.989" v="283" actId="2696"/>
        <pc:sldMkLst>
          <pc:docMk/>
          <pc:sldMk cId="1921398616" sldId="258"/>
        </pc:sldMkLst>
      </pc:sldChg>
      <pc:sldChg chg="ord">
        <pc:chgData name="Carola Maria Gordillo Vera" userId="32afbe88-9adf-4b00-9c52-b75d96521283" providerId="ADAL" clId="{E0B12014-5BF9-4D78-8047-D4FB051187B0}" dt="2026-06-25T17:22:43.521" v="286"/>
        <pc:sldMkLst>
          <pc:docMk/>
          <pc:sldMk cId="3550184698" sldId="272"/>
        </pc:sldMkLst>
      </pc:sldChg>
      <pc:sldChg chg="del">
        <pc:chgData name="Carola Maria Gordillo Vera" userId="32afbe88-9adf-4b00-9c52-b75d96521283" providerId="ADAL" clId="{E0B12014-5BF9-4D78-8047-D4FB051187B0}" dt="2026-06-25T17:20:34.408" v="282" actId="2696"/>
        <pc:sldMkLst>
          <pc:docMk/>
          <pc:sldMk cId="486228453" sldId="273"/>
        </pc:sldMkLst>
      </pc:sldChg>
      <pc:sldChg chg="modSp">
        <pc:chgData name="Carola Maria Gordillo Vera" userId="32afbe88-9adf-4b00-9c52-b75d96521283" providerId="ADAL" clId="{E0B12014-5BF9-4D78-8047-D4FB051187B0}" dt="2026-06-25T17:23:00.951" v="287" actId="14100"/>
        <pc:sldMkLst>
          <pc:docMk/>
          <pc:sldMk cId="2855096419" sldId="277"/>
        </pc:sldMkLst>
        <pc:spChg chg="mod">
          <ac:chgData name="Carola Maria Gordillo Vera" userId="32afbe88-9adf-4b00-9c52-b75d96521283" providerId="ADAL" clId="{E0B12014-5BF9-4D78-8047-D4FB051187B0}" dt="2026-06-25T17:23:00.951" v="287" actId="14100"/>
          <ac:spMkLst>
            <pc:docMk/>
            <pc:sldMk cId="2855096419" sldId="277"/>
            <ac:spMk id="2054" creationId="{82E8952F-AB76-458B-B975-E3CAF48D3B1B}"/>
          </ac:spMkLst>
        </pc:spChg>
      </pc:sldChg>
      <pc:sldChg chg="del">
        <pc:chgData name="Carola Maria Gordillo Vera" userId="32afbe88-9adf-4b00-9c52-b75d96521283" providerId="ADAL" clId="{E0B12014-5BF9-4D78-8047-D4FB051187B0}" dt="2026-06-25T17:20:32.297" v="281" actId="2696"/>
        <pc:sldMkLst>
          <pc:docMk/>
          <pc:sldMk cId="2532816687" sldId="279"/>
        </pc:sldMkLst>
      </pc:sldChg>
      <pc:sldChg chg="addSp delSp modSp">
        <pc:chgData name="Carola Maria Gordillo Vera" userId="32afbe88-9adf-4b00-9c52-b75d96521283" providerId="ADAL" clId="{E0B12014-5BF9-4D78-8047-D4FB051187B0}" dt="2026-06-25T17:27:13.575" v="294" actId="14100"/>
        <pc:sldMkLst>
          <pc:docMk/>
          <pc:sldMk cId="2100829104" sldId="280"/>
        </pc:sldMkLst>
        <pc:picChg chg="del">
          <ac:chgData name="Carola Maria Gordillo Vera" userId="32afbe88-9adf-4b00-9c52-b75d96521283" providerId="ADAL" clId="{E0B12014-5BF9-4D78-8047-D4FB051187B0}" dt="2026-06-25T17:25:06.261" v="289" actId="478"/>
          <ac:picMkLst>
            <pc:docMk/>
            <pc:sldMk cId="2100829104" sldId="280"/>
            <ac:picMk id="2" creationId="{00000000-0000-0000-0000-000000000000}"/>
          </ac:picMkLst>
        </pc:picChg>
        <pc:picChg chg="del">
          <ac:chgData name="Carola Maria Gordillo Vera" userId="32afbe88-9adf-4b00-9c52-b75d96521283" providerId="ADAL" clId="{E0B12014-5BF9-4D78-8047-D4FB051187B0}" dt="2026-06-25T17:25:05.613" v="288" actId="478"/>
          <ac:picMkLst>
            <pc:docMk/>
            <pc:sldMk cId="2100829104" sldId="280"/>
            <ac:picMk id="3" creationId="{00000000-0000-0000-0000-000000000000}"/>
          </ac:picMkLst>
        </pc:picChg>
        <pc:picChg chg="add mod">
          <ac:chgData name="Carola Maria Gordillo Vera" userId="32afbe88-9adf-4b00-9c52-b75d96521283" providerId="ADAL" clId="{E0B12014-5BF9-4D78-8047-D4FB051187B0}" dt="2026-06-25T17:27:13.575" v="294" actId="14100"/>
          <ac:picMkLst>
            <pc:docMk/>
            <pc:sldMk cId="2100829104" sldId="280"/>
            <ac:picMk id="4" creationId="{342341AE-D56C-4E1E-88A2-2F1C569EA9D1}"/>
          </ac:picMkLst>
        </pc:picChg>
      </pc:sldChg>
      <pc:sldChg chg="del">
        <pc:chgData name="Carola Maria Gordillo Vera" userId="32afbe88-9adf-4b00-9c52-b75d96521283" providerId="ADAL" clId="{E0B12014-5BF9-4D78-8047-D4FB051187B0}" dt="2026-06-25T17:20:31.147" v="280" actId="2696"/>
        <pc:sldMkLst>
          <pc:docMk/>
          <pc:sldMk cId="2254185132" sldId="284"/>
        </pc:sldMkLst>
      </pc:sldChg>
      <pc:sldChg chg="del modTransition">
        <pc:chgData name="Carola Maria Gordillo Vera" userId="32afbe88-9adf-4b00-9c52-b75d96521283" providerId="ADAL" clId="{E0B12014-5BF9-4D78-8047-D4FB051187B0}" dt="2026-06-25T17:22:16.546" v="284" actId="2696"/>
        <pc:sldMkLst>
          <pc:docMk/>
          <pc:sldMk cId="2604682157" sldId="317"/>
        </pc:sldMkLst>
      </pc:sldChg>
      <pc:sldChg chg="del">
        <pc:chgData name="Carola Maria Gordillo Vera" userId="32afbe88-9adf-4b00-9c52-b75d96521283" providerId="ADAL" clId="{E0B12014-5BF9-4D78-8047-D4FB051187B0}" dt="2026-06-25T17:22:28.173" v="285" actId="2696"/>
        <pc:sldMkLst>
          <pc:docMk/>
          <pc:sldMk cId="4115601509" sldId="320"/>
        </pc:sldMkLst>
      </pc:sldChg>
      <pc:sldChg chg="modSp">
        <pc:chgData name="Carola Maria Gordillo Vera" userId="32afbe88-9adf-4b00-9c52-b75d96521283" providerId="ADAL" clId="{E0B12014-5BF9-4D78-8047-D4FB051187B0}" dt="2026-06-24T22:18:12.448" v="39"/>
        <pc:sldMkLst>
          <pc:docMk/>
          <pc:sldMk cId="751200501" sldId="336"/>
        </pc:sldMkLst>
        <pc:spChg chg="mod">
          <ac:chgData name="Carola Maria Gordillo Vera" userId="32afbe88-9adf-4b00-9c52-b75d96521283" providerId="ADAL" clId="{E0B12014-5BF9-4D78-8047-D4FB051187B0}" dt="2026-06-24T22:18:12.448" v="39"/>
          <ac:spMkLst>
            <pc:docMk/>
            <pc:sldMk cId="751200501" sldId="336"/>
            <ac:spMk id="3" creationId="{A7D3F237-D2E0-4245-9C20-EB42BC98793D}"/>
          </ac:spMkLst>
        </pc:spChg>
      </pc:sldChg>
      <pc:sldChg chg="addSp delSp modSp add modNotesTx">
        <pc:chgData name="Carola Maria Gordillo Vera" userId="32afbe88-9adf-4b00-9c52-b75d96521283" providerId="ADAL" clId="{E0B12014-5BF9-4D78-8047-D4FB051187B0}" dt="2026-06-25T18:07:52.701" v="348" actId="14100"/>
        <pc:sldMkLst>
          <pc:docMk/>
          <pc:sldMk cId="3520285611" sldId="339"/>
        </pc:sldMkLst>
        <pc:picChg chg="add mod">
          <ac:chgData name="Carola Maria Gordillo Vera" userId="32afbe88-9adf-4b00-9c52-b75d96521283" providerId="ADAL" clId="{E0B12014-5BF9-4D78-8047-D4FB051187B0}" dt="2026-06-25T18:07:52.701" v="348" actId="14100"/>
          <ac:picMkLst>
            <pc:docMk/>
            <pc:sldMk cId="3520285611" sldId="339"/>
            <ac:picMk id="3" creationId="{590E332A-FB21-43C0-B399-5B125A52869A}"/>
          </ac:picMkLst>
        </pc:picChg>
        <pc:picChg chg="del">
          <ac:chgData name="Carola Maria Gordillo Vera" userId="32afbe88-9adf-4b00-9c52-b75d96521283" providerId="ADAL" clId="{E0B12014-5BF9-4D78-8047-D4FB051187B0}" dt="2026-06-24T22:10:27.067" v="15" actId="478"/>
          <ac:picMkLst>
            <pc:docMk/>
            <pc:sldMk cId="3520285611" sldId="339"/>
            <ac:picMk id="6" creationId="{0DC2391D-2153-40D8-9771-F25132122A69}"/>
          </ac:picMkLst>
        </pc:picChg>
      </pc:sldChg>
      <pc:sldChg chg="addSp delSp modSp add">
        <pc:chgData name="Carola Maria Gordillo Vera" userId="32afbe88-9adf-4b00-9c52-b75d96521283" providerId="ADAL" clId="{E0B12014-5BF9-4D78-8047-D4FB051187B0}" dt="2026-06-25T18:04:47.759" v="340" actId="1076"/>
        <pc:sldMkLst>
          <pc:docMk/>
          <pc:sldMk cId="3771334916" sldId="341"/>
        </pc:sldMkLst>
        <pc:picChg chg="add mod">
          <ac:chgData name="Carola Maria Gordillo Vera" userId="32afbe88-9adf-4b00-9c52-b75d96521283" providerId="ADAL" clId="{E0B12014-5BF9-4D78-8047-D4FB051187B0}" dt="2026-06-25T18:04:47.759" v="340" actId="1076"/>
          <ac:picMkLst>
            <pc:docMk/>
            <pc:sldMk cId="3771334916" sldId="341"/>
            <ac:picMk id="3" creationId="{96816A02-DEF2-4FB3-990B-EDB9FD039235}"/>
          </ac:picMkLst>
        </pc:picChg>
        <pc:picChg chg="del">
          <ac:chgData name="Carola Maria Gordillo Vera" userId="32afbe88-9adf-4b00-9c52-b75d96521283" providerId="ADAL" clId="{E0B12014-5BF9-4D78-8047-D4FB051187B0}" dt="2026-06-24T22:10:24.271" v="13" actId="478"/>
          <ac:picMkLst>
            <pc:docMk/>
            <pc:sldMk cId="3771334916" sldId="341"/>
            <ac:picMk id="6" creationId="{0DC2391D-2153-40D8-9771-F25132122A69}"/>
          </ac:picMkLst>
        </pc:picChg>
      </pc:sldChg>
      <pc:sldChg chg="addSp modSp add">
        <pc:chgData name="Carola Maria Gordillo Vera" userId="32afbe88-9adf-4b00-9c52-b75d96521283" providerId="ADAL" clId="{E0B12014-5BF9-4D78-8047-D4FB051187B0}" dt="2026-06-25T18:05:04.038" v="342" actId="14100"/>
        <pc:sldMkLst>
          <pc:docMk/>
          <pc:sldMk cId="2540189733" sldId="343"/>
        </pc:sldMkLst>
        <pc:picChg chg="add mod">
          <ac:chgData name="Carola Maria Gordillo Vera" userId="32afbe88-9adf-4b00-9c52-b75d96521283" providerId="ADAL" clId="{E0B12014-5BF9-4D78-8047-D4FB051187B0}" dt="2026-06-25T18:05:04.038" v="342" actId="14100"/>
          <ac:picMkLst>
            <pc:docMk/>
            <pc:sldMk cId="2540189733" sldId="343"/>
            <ac:picMk id="3" creationId="{A3006ACD-A211-4748-86EC-BF67F0D7D1C4}"/>
          </ac:picMkLst>
        </pc:picChg>
      </pc:sldChg>
      <pc:sldChg chg="addSp modSp add ord modNotesTx">
        <pc:chgData name="Carola Maria Gordillo Vera" userId="32afbe88-9adf-4b00-9c52-b75d96521283" providerId="ADAL" clId="{E0B12014-5BF9-4D78-8047-D4FB051187B0}" dt="2026-06-25T17:38:48.323" v="308" actId="20577"/>
        <pc:sldMkLst>
          <pc:docMk/>
          <pc:sldMk cId="1536375763" sldId="345"/>
        </pc:sldMkLst>
        <pc:spChg chg="add mod">
          <ac:chgData name="Carola Maria Gordillo Vera" userId="32afbe88-9adf-4b00-9c52-b75d96521283" providerId="ADAL" clId="{E0B12014-5BF9-4D78-8047-D4FB051187B0}" dt="2026-06-24T22:36:31.488" v="97" actId="20577"/>
          <ac:spMkLst>
            <pc:docMk/>
            <pc:sldMk cId="1536375763" sldId="345"/>
            <ac:spMk id="4" creationId="{0EDCB523-D5BC-4ABD-8A22-979A8D338A5A}"/>
          </ac:spMkLst>
        </pc:spChg>
        <pc:picChg chg="add mod">
          <ac:chgData name="Carola Maria Gordillo Vera" userId="32afbe88-9adf-4b00-9c52-b75d96521283" providerId="ADAL" clId="{E0B12014-5BF9-4D78-8047-D4FB051187B0}" dt="2026-06-24T22:29:03.466" v="68" actId="1076"/>
          <ac:picMkLst>
            <pc:docMk/>
            <pc:sldMk cId="1536375763" sldId="345"/>
            <ac:picMk id="3" creationId="{8DF61998-A099-454F-A499-F97A3F5EB4C3}"/>
          </ac:picMkLst>
        </pc:picChg>
      </pc:sldChg>
      <pc:sldChg chg="addSp delSp modSp add">
        <pc:chgData name="Carola Maria Gordillo Vera" userId="32afbe88-9adf-4b00-9c52-b75d96521283" providerId="ADAL" clId="{E0B12014-5BF9-4D78-8047-D4FB051187B0}" dt="2026-06-25T18:34:22.147" v="384" actId="14100"/>
        <pc:sldMkLst>
          <pc:docMk/>
          <pc:sldMk cId="901452896" sldId="346"/>
        </pc:sldMkLst>
        <pc:picChg chg="add del mod">
          <ac:chgData name="Carola Maria Gordillo Vera" userId="32afbe88-9adf-4b00-9c52-b75d96521283" providerId="ADAL" clId="{E0B12014-5BF9-4D78-8047-D4FB051187B0}" dt="2026-06-25T18:34:04.037" v="381" actId="478"/>
          <ac:picMkLst>
            <pc:docMk/>
            <pc:sldMk cId="901452896" sldId="346"/>
            <ac:picMk id="3" creationId="{C11660C7-DF21-4E67-9662-BE6D6A9522EC}"/>
          </ac:picMkLst>
        </pc:picChg>
        <pc:picChg chg="add mod">
          <ac:chgData name="Carola Maria Gordillo Vera" userId="32afbe88-9adf-4b00-9c52-b75d96521283" providerId="ADAL" clId="{E0B12014-5BF9-4D78-8047-D4FB051187B0}" dt="2026-06-25T18:34:22.147" v="384" actId="14100"/>
          <ac:picMkLst>
            <pc:docMk/>
            <pc:sldMk cId="901452896" sldId="346"/>
            <ac:picMk id="4" creationId="{2F159310-F59E-428D-9472-5166593C8C71}"/>
          </ac:picMkLst>
        </pc:picChg>
      </pc:sldChg>
      <pc:sldChg chg="modSp add ord">
        <pc:chgData name="Carola Maria Gordillo Vera" userId="32afbe88-9adf-4b00-9c52-b75d96521283" providerId="ADAL" clId="{E0B12014-5BF9-4D78-8047-D4FB051187B0}" dt="2026-06-25T17:36:18.661" v="306" actId="27636"/>
        <pc:sldMkLst>
          <pc:docMk/>
          <pc:sldMk cId="3425862081" sldId="347"/>
        </pc:sldMkLst>
        <pc:spChg chg="mod">
          <ac:chgData name="Carola Maria Gordillo Vera" userId="32afbe88-9adf-4b00-9c52-b75d96521283" providerId="ADAL" clId="{E0B12014-5BF9-4D78-8047-D4FB051187B0}" dt="2026-06-24T22:26:54.874" v="64" actId="20577"/>
          <ac:spMkLst>
            <pc:docMk/>
            <pc:sldMk cId="3425862081" sldId="347"/>
            <ac:spMk id="2" creationId="{C6343CD0-2B20-48C9-8B7F-D293C86841E3}"/>
          </ac:spMkLst>
        </pc:spChg>
        <pc:spChg chg="mod">
          <ac:chgData name="Carola Maria Gordillo Vera" userId="32afbe88-9adf-4b00-9c52-b75d96521283" providerId="ADAL" clId="{E0B12014-5BF9-4D78-8047-D4FB051187B0}" dt="2026-06-25T17:36:18.661" v="306" actId="27636"/>
          <ac:spMkLst>
            <pc:docMk/>
            <pc:sldMk cId="3425862081" sldId="347"/>
            <ac:spMk id="3" creationId="{2225AACC-6587-4028-A8C3-03DA95032547}"/>
          </ac:spMkLst>
        </pc:spChg>
      </pc:sldChg>
      <pc:sldChg chg="modSp add ord">
        <pc:chgData name="Carola Maria Gordillo Vera" userId="32afbe88-9adf-4b00-9c52-b75d96521283" providerId="ADAL" clId="{E0B12014-5BF9-4D78-8047-D4FB051187B0}" dt="2026-06-25T17:52:52.360" v="335" actId="207"/>
        <pc:sldMkLst>
          <pc:docMk/>
          <pc:sldMk cId="1568936367" sldId="348"/>
        </pc:sldMkLst>
        <pc:spChg chg="mod">
          <ac:chgData name="Carola Maria Gordillo Vera" userId="32afbe88-9adf-4b00-9c52-b75d96521283" providerId="ADAL" clId="{E0B12014-5BF9-4D78-8047-D4FB051187B0}" dt="2026-06-24T22:41:10.570" v="119" actId="20577"/>
          <ac:spMkLst>
            <pc:docMk/>
            <pc:sldMk cId="1568936367" sldId="348"/>
            <ac:spMk id="2" creationId="{D7C3D7D2-302A-4E3C-9270-B34D1C8D4F56}"/>
          </ac:spMkLst>
        </pc:spChg>
        <pc:spChg chg="mod">
          <ac:chgData name="Carola Maria Gordillo Vera" userId="32afbe88-9adf-4b00-9c52-b75d96521283" providerId="ADAL" clId="{E0B12014-5BF9-4D78-8047-D4FB051187B0}" dt="2026-06-25T17:52:52.360" v="335" actId="207"/>
          <ac:spMkLst>
            <pc:docMk/>
            <pc:sldMk cId="1568936367" sldId="348"/>
            <ac:spMk id="3" creationId="{1D5F7F1C-E2F2-4497-9DF8-547B55E03383}"/>
          </ac:spMkLst>
        </pc:spChg>
      </pc:sldChg>
      <pc:sldChg chg="modSp add ord">
        <pc:chgData name="Carola Maria Gordillo Vera" userId="32afbe88-9adf-4b00-9c52-b75d96521283" providerId="ADAL" clId="{E0B12014-5BF9-4D78-8047-D4FB051187B0}" dt="2026-06-25T18:09:09.444" v="351" actId="14100"/>
        <pc:sldMkLst>
          <pc:docMk/>
          <pc:sldMk cId="3927790951" sldId="349"/>
        </pc:sldMkLst>
        <pc:spChg chg="mod">
          <ac:chgData name="Carola Maria Gordillo Vera" userId="32afbe88-9adf-4b00-9c52-b75d96521283" providerId="ADAL" clId="{E0B12014-5BF9-4D78-8047-D4FB051187B0}" dt="2026-06-24T22:46:22.671" v="147" actId="20577"/>
          <ac:spMkLst>
            <pc:docMk/>
            <pc:sldMk cId="3927790951" sldId="349"/>
            <ac:spMk id="2" creationId="{08A378C6-FDC9-4282-93A7-1BD45550982C}"/>
          </ac:spMkLst>
        </pc:spChg>
        <pc:spChg chg="mod">
          <ac:chgData name="Carola Maria Gordillo Vera" userId="32afbe88-9adf-4b00-9c52-b75d96521283" providerId="ADAL" clId="{E0B12014-5BF9-4D78-8047-D4FB051187B0}" dt="2026-06-25T18:09:09.444" v="351" actId="14100"/>
          <ac:spMkLst>
            <pc:docMk/>
            <pc:sldMk cId="3927790951" sldId="349"/>
            <ac:spMk id="3" creationId="{121986EB-72FC-4C19-B931-F6A8E0E31788}"/>
          </ac:spMkLst>
        </pc:spChg>
      </pc:sldChg>
      <pc:sldChg chg="addSp modSp add">
        <pc:chgData name="Carola Maria Gordillo Vera" userId="32afbe88-9adf-4b00-9c52-b75d96521283" providerId="ADAL" clId="{E0B12014-5BF9-4D78-8047-D4FB051187B0}" dt="2026-06-25T17:28:29.535" v="302" actId="14100"/>
        <pc:sldMkLst>
          <pc:docMk/>
          <pc:sldMk cId="3786560698" sldId="350"/>
        </pc:sldMkLst>
        <pc:spChg chg="mod">
          <ac:chgData name="Carola Maria Gordillo Vera" userId="32afbe88-9adf-4b00-9c52-b75d96521283" providerId="ADAL" clId="{E0B12014-5BF9-4D78-8047-D4FB051187B0}" dt="2026-06-25T17:27:58.808" v="297" actId="14100"/>
          <ac:spMkLst>
            <pc:docMk/>
            <pc:sldMk cId="3786560698" sldId="350"/>
            <ac:spMk id="2" creationId="{8748EF8C-94C2-FC47-4384-274D9D403CEE}"/>
          </ac:spMkLst>
        </pc:spChg>
        <pc:spChg chg="add mod">
          <ac:chgData name="Carola Maria Gordillo Vera" userId="32afbe88-9adf-4b00-9c52-b75d96521283" providerId="ADAL" clId="{E0B12014-5BF9-4D78-8047-D4FB051187B0}" dt="2026-06-25T17:28:29.535" v="302" actId="14100"/>
          <ac:spMkLst>
            <pc:docMk/>
            <pc:sldMk cId="3786560698" sldId="350"/>
            <ac:spMk id="6" creationId="{E5791C49-F4E9-4391-B3F9-7B83BB4E337D}"/>
          </ac:spMkLst>
        </pc:spChg>
      </pc:sldChg>
      <pc:sldChg chg="addSp delSp modSp add del">
        <pc:chgData name="Carola Maria Gordillo Vera" userId="32afbe88-9adf-4b00-9c52-b75d96521283" providerId="ADAL" clId="{E0B12014-5BF9-4D78-8047-D4FB051187B0}" dt="2026-06-25T17:28:16.336" v="301" actId="2696"/>
        <pc:sldMkLst>
          <pc:docMk/>
          <pc:sldMk cId="2955699532" sldId="351"/>
        </pc:sldMkLst>
        <pc:spChg chg="mod">
          <ac:chgData name="Carola Maria Gordillo Vera" userId="32afbe88-9adf-4b00-9c52-b75d96521283" providerId="ADAL" clId="{E0B12014-5BF9-4D78-8047-D4FB051187B0}" dt="2026-06-25T17:27:49.870" v="295" actId="14100"/>
          <ac:spMkLst>
            <pc:docMk/>
            <pc:sldMk cId="2955699532" sldId="351"/>
            <ac:spMk id="2" creationId="{4E59C215-C057-4BEF-BD3D-D496ACC84E1E}"/>
          </ac:spMkLst>
        </pc:spChg>
        <pc:spChg chg="del mod">
          <ac:chgData name="Carola Maria Gordillo Vera" userId="32afbe88-9adf-4b00-9c52-b75d96521283" providerId="ADAL" clId="{E0B12014-5BF9-4D78-8047-D4FB051187B0}" dt="2026-06-24T22:49:33.200" v="197" actId="478"/>
          <ac:spMkLst>
            <pc:docMk/>
            <pc:sldMk cId="2955699532" sldId="351"/>
            <ac:spMk id="3" creationId="{1EDBDCD4-FEE8-40D6-920A-0909771FDF5F}"/>
          </ac:spMkLst>
        </pc:spChg>
        <pc:spChg chg="add del mod">
          <ac:chgData name="Carola Maria Gordillo Vera" userId="32afbe88-9adf-4b00-9c52-b75d96521283" providerId="ADAL" clId="{E0B12014-5BF9-4D78-8047-D4FB051187B0}" dt="2026-06-24T22:49:36.604" v="198" actId="478"/>
          <ac:spMkLst>
            <pc:docMk/>
            <pc:sldMk cId="2955699532" sldId="351"/>
            <ac:spMk id="6" creationId="{AB25F6BB-6074-4AB3-98F6-DA4DC99E2635}"/>
          </ac:spMkLst>
        </pc:spChg>
      </pc:sldChg>
      <pc:sldChg chg="modSp add">
        <pc:chgData name="Carola Maria Gordillo Vera" userId="32afbe88-9adf-4b00-9c52-b75d96521283" providerId="ADAL" clId="{E0B12014-5BF9-4D78-8047-D4FB051187B0}" dt="2026-06-25T17:35:40.367" v="304" actId="27636"/>
        <pc:sldMkLst>
          <pc:docMk/>
          <pc:sldMk cId="2813545625" sldId="352"/>
        </pc:sldMkLst>
        <pc:spChg chg="mod">
          <ac:chgData name="Carola Maria Gordillo Vera" userId="32afbe88-9adf-4b00-9c52-b75d96521283" providerId="ADAL" clId="{E0B12014-5BF9-4D78-8047-D4FB051187B0}" dt="2026-06-24T22:53:44.592" v="243" actId="20577"/>
          <ac:spMkLst>
            <pc:docMk/>
            <pc:sldMk cId="2813545625" sldId="352"/>
            <ac:spMk id="2" creationId="{9C291068-1E5A-4E7F-BE32-25CD3BB48C58}"/>
          </ac:spMkLst>
        </pc:spChg>
        <pc:spChg chg="mod">
          <ac:chgData name="Carola Maria Gordillo Vera" userId="32afbe88-9adf-4b00-9c52-b75d96521283" providerId="ADAL" clId="{E0B12014-5BF9-4D78-8047-D4FB051187B0}" dt="2026-06-25T17:35:40.367" v="304" actId="27636"/>
          <ac:spMkLst>
            <pc:docMk/>
            <pc:sldMk cId="2813545625" sldId="352"/>
            <ac:spMk id="3" creationId="{76FF80C1-7A7E-4801-9977-D704EB4A144F}"/>
          </ac:spMkLst>
        </pc:spChg>
      </pc:sldChg>
      <pc:sldChg chg="addSp modSp add">
        <pc:chgData name="Carola Maria Gordillo Vera" userId="32afbe88-9adf-4b00-9c52-b75d96521283" providerId="ADAL" clId="{E0B12014-5BF9-4D78-8047-D4FB051187B0}" dt="2026-06-25T17:49:44.611" v="332" actId="14100"/>
        <pc:sldMkLst>
          <pc:docMk/>
          <pc:sldMk cId="233795631" sldId="353"/>
        </pc:sldMkLst>
        <pc:picChg chg="add mod modCrop">
          <ac:chgData name="Carola Maria Gordillo Vera" userId="32afbe88-9adf-4b00-9c52-b75d96521283" providerId="ADAL" clId="{E0B12014-5BF9-4D78-8047-D4FB051187B0}" dt="2026-06-25T17:49:35.089" v="329" actId="14100"/>
          <ac:picMkLst>
            <pc:docMk/>
            <pc:sldMk cId="233795631" sldId="353"/>
            <ac:picMk id="3" creationId="{508192B5-BFE8-4845-9120-4469C677952F}"/>
          </ac:picMkLst>
        </pc:picChg>
        <pc:picChg chg="add mod">
          <ac:chgData name="Carola Maria Gordillo Vera" userId="32afbe88-9adf-4b00-9c52-b75d96521283" providerId="ADAL" clId="{E0B12014-5BF9-4D78-8047-D4FB051187B0}" dt="2026-06-25T17:44:40.367" v="318" actId="14100"/>
          <ac:picMkLst>
            <pc:docMk/>
            <pc:sldMk cId="233795631" sldId="353"/>
            <ac:picMk id="4" creationId="{FC797ADA-4ADA-4BD1-9FE9-260989511C15}"/>
          </ac:picMkLst>
        </pc:picChg>
        <pc:picChg chg="add mod modCrop">
          <ac:chgData name="Carola Maria Gordillo Vera" userId="32afbe88-9adf-4b00-9c52-b75d96521283" providerId="ADAL" clId="{E0B12014-5BF9-4D78-8047-D4FB051187B0}" dt="2026-06-25T17:49:44.611" v="332" actId="14100"/>
          <ac:picMkLst>
            <pc:docMk/>
            <pc:sldMk cId="233795631" sldId="353"/>
            <ac:picMk id="5" creationId="{30925749-6305-46C5-B94E-0C4896EB6DC8}"/>
          </ac:picMkLst>
        </pc:picChg>
        <pc:picChg chg="add mod">
          <ac:chgData name="Carola Maria Gordillo Vera" userId="32afbe88-9adf-4b00-9c52-b75d96521283" providerId="ADAL" clId="{E0B12014-5BF9-4D78-8047-D4FB051187B0}" dt="2026-06-25T17:49:40.338" v="331" actId="14100"/>
          <ac:picMkLst>
            <pc:docMk/>
            <pc:sldMk cId="233795631" sldId="353"/>
            <ac:picMk id="6" creationId="{4B541B9C-914D-410E-ABD0-D5F6CAC72822}"/>
          </ac:picMkLst>
        </pc:picChg>
      </pc:sldChg>
      <pc:sldChg chg="addSp delSp modSp add">
        <pc:chgData name="Carola Maria Gordillo Vera" userId="32afbe88-9adf-4b00-9c52-b75d96521283" providerId="ADAL" clId="{E0B12014-5BF9-4D78-8047-D4FB051187B0}" dt="2026-06-25T18:14:30.318" v="377" actId="1076"/>
        <pc:sldMkLst>
          <pc:docMk/>
          <pc:sldMk cId="1457088932" sldId="354"/>
        </pc:sldMkLst>
        <pc:picChg chg="add mod">
          <ac:chgData name="Carola Maria Gordillo Vera" userId="32afbe88-9adf-4b00-9c52-b75d96521283" providerId="ADAL" clId="{E0B12014-5BF9-4D78-8047-D4FB051187B0}" dt="2026-06-25T18:14:30.318" v="377" actId="1076"/>
          <ac:picMkLst>
            <pc:docMk/>
            <pc:sldMk cId="1457088932" sldId="354"/>
            <ac:picMk id="3" creationId="{BF9E104E-8306-49D4-8CCE-D6BF1CCFC8E2}"/>
          </ac:picMkLst>
        </pc:picChg>
        <pc:picChg chg="add del mod">
          <ac:chgData name="Carola Maria Gordillo Vera" userId="32afbe88-9adf-4b00-9c52-b75d96521283" providerId="ADAL" clId="{E0B12014-5BF9-4D78-8047-D4FB051187B0}" dt="2026-06-25T18:14:17.574" v="372"/>
          <ac:picMkLst>
            <pc:docMk/>
            <pc:sldMk cId="1457088932" sldId="354"/>
            <ac:picMk id="4" creationId="{6D3E6812-6FE8-4A22-AE06-173D05B1DC2E}"/>
          </ac:picMkLst>
        </pc:picChg>
      </pc:sldChg>
      <pc:sldChg chg="addSp modSp add ord">
        <pc:chgData name="Carola Maria Gordillo Vera" userId="32afbe88-9adf-4b00-9c52-b75d96521283" providerId="ADAL" clId="{E0B12014-5BF9-4D78-8047-D4FB051187B0}" dt="2026-06-25T18:14:45.789" v="380" actId="14100"/>
        <pc:sldMkLst>
          <pc:docMk/>
          <pc:sldMk cId="1269748417" sldId="355"/>
        </pc:sldMkLst>
        <pc:picChg chg="add mod modCrop">
          <ac:chgData name="Carola Maria Gordillo Vera" userId="32afbe88-9adf-4b00-9c52-b75d96521283" providerId="ADAL" clId="{E0B12014-5BF9-4D78-8047-D4FB051187B0}" dt="2026-06-25T18:14:45.789" v="380" actId="14100"/>
          <ac:picMkLst>
            <pc:docMk/>
            <pc:sldMk cId="1269748417" sldId="355"/>
            <ac:picMk id="3" creationId="{16F8CBDE-7C78-48EE-9864-EBC52BC1168A}"/>
          </ac:picMkLst>
        </pc:picChg>
      </pc:sldChg>
      <pc:sldChg chg="addSp modSp add">
        <pc:chgData name="Carola Maria Gordillo Vera" userId="32afbe88-9adf-4b00-9c52-b75d96521283" providerId="ADAL" clId="{E0B12014-5BF9-4D78-8047-D4FB051187B0}" dt="2026-06-25T18:10:11.663" v="356" actId="14100"/>
        <pc:sldMkLst>
          <pc:docMk/>
          <pc:sldMk cId="3857762573" sldId="356"/>
        </pc:sldMkLst>
        <pc:picChg chg="add mod">
          <ac:chgData name="Carola Maria Gordillo Vera" userId="32afbe88-9adf-4b00-9c52-b75d96521283" providerId="ADAL" clId="{E0B12014-5BF9-4D78-8047-D4FB051187B0}" dt="2026-06-25T18:10:11.663" v="356" actId="14100"/>
          <ac:picMkLst>
            <pc:docMk/>
            <pc:sldMk cId="3857762573" sldId="356"/>
            <ac:picMk id="3" creationId="{CF886BD5-A396-4CCF-BC97-666D9018C1A8}"/>
          </ac:picMkLst>
        </pc:picChg>
      </pc:sldChg>
      <pc:sldChg chg="addSp modSp add">
        <pc:chgData name="Carola Maria Gordillo Vera" userId="32afbe88-9adf-4b00-9c52-b75d96521283" providerId="ADAL" clId="{E0B12014-5BF9-4D78-8047-D4FB051187B0}" dt="2026-06-25T18:14:23.510" v="375" actId="1076"/>
        <pc:sldMkLst>
          <pc:docMk/>
          <pc:sldMk cId="2714377114" sldId="357"/>
        </pc:sldMkLst>
        <pc:picChg chg="add mod">
          <ac:chgData name="Carola Maria Gordillo Vera" userId="32afbe88-9adf-4b00-9c52-b75d96521283" providerId="ADAL" clId="{E0B12014-5BF9-4D78-8047-D4FB051187B0}" dt="2026-06-25T18:14:20.509" v="373" actId="1076"/>
          <ac:picMkLst>
            <pc:docMk/>
            <pc:sldMk cId="2714377114" sldId="357"/>
            <ac:picMk id="3" creationId="{9282BB42-0394-45FD-A523-CC16AA1C8BF2}"/>
          </ac:picMkLst>
        </pc:picChg>
        <pc:picChg chg="add mod">
          <ac:chgData name="Carola Maria Gordillo Vera" userId="32afbe88-9adf-4b00-9c52-b75d96521283" providerId="ADAL" clId="{E0B12014-5BF9-4D78-8047-D4FB051187B0}" dt="2026-06-25T18:14:23.510" v="375" actId="1076"/>
          <ac:picMkLst>
            <pc:docMk/>
            <pc:sldMk cId="2714377114" sldId="357"/>
            <ac:picMk id="4" creationId="{5FA21296-835E-4D9A-BE80-435550CAEC99}"/>
          </ac:picMkLst>
        </pc:picChg>
      </pc:sldChg>
    </pc:docChg>
  </pc:docChgLst>
  <pc:docChgLst>
    <pc:chgData name="Maria Fernanda Mora Garcia" userId="S::mfmora@espol.edu.ec::65e6c0dc-ae9b-4e8b-af5f-f9e86a357d5b" providerId="AD" clId="Web-{55E8B13B-56F6-03C9-C1CD-23A3C0C2EFF5}"/>
    <pc:docChg chg="modSld">
      <pc:chgData name="Maria Fernanda Mora Garcia" userId="S::mfmora@espol.edu.ec::65e6c0dc-ae9b-4e8b-af5f-f9e86a357d5b" providerId="AD" clId="Web-{55E8B13B-56F6-03C9-C1CD-23A3C0C2EFF5}" dt="2026-06-02T17:44:55.179" v="7" actId="1076"/>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38D9-6465-4D54-A6B8-F91F9673D0B6}" type="datetimeFigureOut">
              <a:rPr lang="es-EC" smtClean="0"/>
              <a:t>28/6/2026</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9233A3-4483-46A2-8D6A-9435E0F06B54}" type="slidenum">
              <a:rPr lang="es-EC" smtClean="0"/>
              <a:t>‹Nº›</a:t>
            </a:fld>
            <a:endParaRPr lang="es-EC"/>
          </a:p>
        </p:txBody>
      </p:sp>
    </p:spTree>
    <p:extLst>
      <p:ext uri="{BB962C8B-B14F-4D97-AF65-F5344CB8AC3E}">
        <p14:creationId xmlns:p14="http://schemas.microsoft.com/office/powerpoint/2010/main" val="2246828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Carola</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1</a:t>
            </a:fld>
            <a:endParaRPr lang="es-EC"/>
          </a:p>
        </p:txBody>
      </p:sp>
    </p:spTree>
    <p:extLst>
      <p:ext uri="{BB962C8B-B14F-4D97-AF65-F5344CB8AC3E}">
        <p14:creationId xmlns:p14="http://schemas.microsoft.com/office/powerpoint/2010/main" val="1807766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Carola</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2</a:t>
            </a:fld>
            <a:endParaRPr lang="es-EC"/>
          </a:p>
        </p:txBody>
      </p:sp>
    </p:spTree>
    <p:extLst>
      <p:ext uri="{BB962C8B-B14F-4D97-AF65-F5344CB8AC3E}">
        <p14:creationId xmlns:p14="http://schemas.microsoft.com/office/powerpoint/2010/main" val="2677964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Carola</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3</a:t>
            </a:fld>
            <a:endParaRPr lang="es-EC"/>
          </a:p>
        </p:txBody>
      </p:sp>
    </p:spTree>
    <p:extLst>
      <p:ext uri="{BB962C8B-B14F-4D97-AF65-F5344CB8AC3E}">
        <p14:creationId xmlns:p14="http://schemas.microsoft.com/office/powerpoint/2010/main" val="4104974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Carola</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4</a:t>
            </a:fld>
            <a:endParaRPr lang="es-EC"/>
          </a:p>
        </p:txBody>
      </p:sp>
    </p:spTree>
    <p:extLst>
      <p:ext uri="{BB962C8B-B14F-4D97-AF65-F5344CB8AC3E}">
        <p14:creationId xmlns:p14="http://schemas.microsoft.com/office/powerpoint/2010/main" val="652270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Carola</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5</a:t>
            </a:fld>
            <a:endParaRPr lang="es-EC"/>
          </a:p>
        </p:txBody>
      </p:sp>
    </p:spTree>
    <p:extLst>
      <p:ext uri="{BB962C8B-B14F-4D97-AF65-F5344CB8AC3E}">
        <p14:creationId xmlns:p14="http://schemas.microsoft.com/office/powerpoint/2010/main" val="3510948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Carola</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6</a:t>
            </a:fld>
            <a:endParaRPr lang="es-EC"/>
          </a:p>
        </p:txBody>
      </p:sp>
    </p:spTree>
    <p:extLst>
      <p:ext uri="{BB962C8B-B14F-4D97-AF65-F5344CB8AC3E}">
        <p14:creationId xmlns:p14="http://schemas.microsoft.com/office/powerpoint/2010/main" val="1338589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Kevin</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7</a:t>
            </a:fld>
            <a:endParaRPr lang="es-EC"/>
          </a:p>
        </p:txBody>
      </p:sp>
    </p:spTree>
    <p:extLst>
      <p:ext uri="{BB962C8B-B14F-4D97-AF65-F5344CB8AC3E}">
        <p14:creationId xmlns:p14="http://schemas.microsoft.com/office/powerpoint/2010/main" val="3717609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Kevin</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8</a:t>
            </a:fld>
            <a:endParaRPr lang="es-EC"/>
          </a:p>
        </p:txBody>
      </p:sp>
    </p:spTree>
    <p:extLst>
      <p:ext uri="{BB962C8B-B14F-4D97-AF65-F5344CB8AC3E}">
        <p14:creationId xmlns:p14="http://schemas.microsoft.com/office/powerpoint/2010/main" val="2235707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Expone </a:t>
            </a:r>
            <a:r>
              <a:rPr lang="es-ES" dirty="0"/>
              <a:t>Kevin</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9</a:t>
            </a:fld>
            <a:endParaRPr lang="es-EC"/>
          </a:p>
        </p:txBody>
      </p:sp>
    </p:spTree>
    <p:extLst>
      <p:ext uri="{BB962C8B-B14F-4D97-AF65-F5344CB8AC3E}">
        <p14:creationId xmlns:p14="http://schemas.microsoft.com/office/powerpoint/2010/main" val="4022619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Kevin</a:t>
            </a:r>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10</a:t>
            </a:fld>
            <a:endParaRPr lang="es-EC"/>
          </a:p>
        </p:txBody>
      </p:sp>
    </p:spTree>
    <p:extLst>
      <p:ext uri="{BB962C8B-B14F-4D97-AF65-F5344CB8AC3E}">
        <p14:creationId xmlns:p14="http://schemas.microsoft.com/office/powerpoint/2010/main" val="2272195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Expone Ingrid</a:t>
            </a:r>
          </a:p>
        </p:txBody>
      </p:sp>
      <p:sp>
        <p:nvSpPr>
          <p:cNvPr id="4" name="Marcador de número de diapositiva 3"/>
          <p:cNvSpPr>
            <a:spLocks noGrp="1"/>
          </p:cNvSpPr>
          <p:nvPr>
            <p:ph type="sldNum" sz="quarter" idx="5"/>
          </p:nvPr>
        </p:nvSpPr>
        <p:spPr/>
        <p:txBody>
          <a:bodyPr/>
          <a:lstStyle/>
          <a:p>
            <a:fld id="{139233A3-4483-46A2-8D6A-9435E0F06B54}" type="slidenum">
              <a:rPr lang="es-EC" smtClean="0"/>
              <a:t>11</a:t>
            </a:fld>
            <a:endParaRPr lang="es-EC"/>
          </a:p>
        </p:txBody>
      </p:sp>
    </p:spTree>
    <p:extLst>
      <p:ext uri="{BB962C8B-B14F-4D97-AF65-F5344CB8AC3E}">
        <p14:creationId xmlns:p14="http://schemas.microsoft.com/office/powerpoint/2010/main" val="1444018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En esta etapa del proyecto automatizamos la generación de gráficos utilizando </a:t>
            </a:r>
            <a:r>
              <a:rPr lang="es-EC" sz="1800" dirty="0" err="1">
                <a:effectLst/>
                <a:latin typeface="Calibri" panose="020F0502020204030204" pitchFamily="34" charset="0"/>
                <a:ea typeface="Calibri" panose="020F0502020204030204" pitchFamily="34" charset="0"/>
                <a:cs typeface="Times New Roman" panose="02020603050405020304" pitchFamily="18" charset="0"/>
              </a:rPr>
              <a:t>Matplotlib</a:t>
            </a:r>
            <a:r>
              <a:rPr lang="es-EC"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Para ello desarrollamos funciones que crean distintos tipos de visualizaciones, como gráficos de barras para comparar variables, gráficos de tendencias temporales para observar el comportamiento del clima a lo largo del tiempo y una matriz de correlación para identificar relaciones entre las variables climáticas.</a:t>
            </a:r>
          </a:p>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Además, todas las figuras se guardan automáticamente en una carpeta creada por el programa. Esto permite reutilizar el código con nuevos conjuntos de datos sin necesidad de modificar cada gráfico manualmente, haciendo el análisis más eficiente y reproducible.</a:t>
            </a:r>
          </a:p>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El principal beneficio de esta automatización es que evita repetir código cada vez que se analiza un nuevo conjunto de datos.</a:t>
            </a:r>
          </a:p>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Gracias al uso de funciones y estructuras repetitivas, el programa puede generar múltiples gráficos de manera automática y almacenarlos para su posterior revisión.</a:t>
            </a:r>
          </a:p>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Este enfoque facilita el análisis exploratorio, reduce el tiempo de procesamiento y disminuye la posibilidad de cometer errores durante la elaboración de las visualizaciones.</a:t>
            </a:r>
          </a:p>
          <a:p>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12</a:t>
            </a:fld>
            <a:endParaRPr lang="es-EC"/>
          </a:p>
        </p:txBody>
      </p:sp>
    </p:spTree>
    <p:extLst>
      <p:ext uri="{BB962C8B-B14F-4D97-AF65-F5344CB8AC3E}">
        <p14:creationId xmlns:p14="http://schemas.microsoft.com/office/powerpoint/2010/main" val="3695810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Como conclusiones, podemos destacar que el uso de </a:t>
            </a:r>
            <a:r>
              <a:rPr lang="es-EC" sz="1800" b="1" dirty="0">
                <a:effectLst/>
                <a:latin typeface="Calibri" panose="020F0502020204030204" pitchFamily="34" charset="0"/>
                <a:ea typeface="Calibri" panose="020F0502020204030204" pitchFamily="34" charset="0"/>
                <a:cs typeface="Times New Roman" panose="02020603050405020304" pitchFamily="18" charset="0"/>
              </a:rPr>
              <a:t>funciones</a:t>
            </a:r>
            <a:r>
              <a:rPr lang="es-EC" sz="1800" dirty="0">
                <a:effectLst/>
                <a:latin typeface="Calibri" panose="020F0502020204030204" pitchFamily="34" charset="0"/>
                <a:ea typeface="Calibri" panose="020F0502020204030204" pitchFamily="34" charset="0"/>
                <a:cs typeface="Times New Roman" panose="02020603050405020304" pitchFamily="18" charset="0"/>
              </a:rPr>
              <a:t> permitió </a:t>
            </a:r>
            <a:r>
              <a:rPr lang="es-EC" sz="1800" b="1" dirty="0">
                <a:effectLst/>
                <a:latin typeface="Calibri" panose="020F0502020204030204" pitchFamily="34" charset="0"/>
                <a:ea typeface="Calibri" panose="020F0502020204030204" pitchFamily="34" charset="0"/>
                <a:cs typeface="Times New Roman" panose="02020603050405020304" pitchFamily="18" charset="0"/>
              </a:rPr>
              <a:t>organizar y reutilizar el código durante todas las etapas del proyecto</a:t>
            </a:r>
            <a:r>
              <a:rPr lang="es-EC" sz="1800" dirty="0">
                <a:effectLst/>
                <a:latin typeface="Calibri" panose="020F0502020204030204" pitchFamily="34" charset="0"/>
                <a:ea typeface="Calibri" panose="020F0502020204030204" pitchFamily="34" charset="0"/>
                <a:cs typeface="Times New Roman" panose="02020603050405020304" pitchFamily="18" charset="0"/>
              </a:rPr>
              <a:t>, desde la carga de datos hasta la generación de gráficos.</a:t>
            </a:r>
          </a:p>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Por otra parte, Pandas facilitó la limpieza, transformación y análisis del conjunto de datos, mientras que </a:t>
            </a:r>
            <a:r>
              <a:rPr lang="es-EC" sz="1800" dirty="0" err="1">
                <a:effectLst/>
                <a:latin typeface="Calibri" panose="020F0502020204030204" pitchFamily="34" charset="0"/>
                <a:ea typeface="Calibri" panose="020F0502020204030204" pitchFamily="34" charset="0"/>
                <a:cs typeface="Times New Roman" panose="02020603050405020304" pitchFamily="18" charset="0"/>
              </a:rPr>
              <a:t>Matplotlib</a:t>
            </a:r>
            <a:r>
              <a:rPr lang="es-EC" sz="1800" dirty="0">
                <a:effectLst/>
                <a:latin typeface="Calibri" panose="020F0502020204030204" pitchFamily="34" charset="0"/>
                <a:ea typeface="Calibri" panose="020F0502020204030204" pitchFamily="34" charset="0"/>
                <a:cs typeface="Times New Roman" panose="02020603050405020304" pitchFamily="18" charset="0"/>
              </a:rPr>
              <a:t> permitió representar visualmente la información para identificar patrones y tendencias climáticas de forma sencilla.</a:t>
            </a:r>
          </a:p>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Como recomendación, sería interesante incorporar nuevos conjuntos de datos provenientes de estaciones meteorológicas o servicios en tiempo real, así como implementar visualizaciones interactivas utilizando librerías como </a:t>
            </a:r>
            <a:r>
              <a:rPr lang="es-EC" sz="1800" dirty="0" err="1">
                <a:effectLst/>
                <a:latin typeface="Calibri" panose="020F0502020204030204" pitchFamily="34" charset="0"/>
                <a:ea typeface="Calibri" panose="020F0502020204030204" pitchFamily="34" charset="0"/>
                <a:cs typeface="Times New Roman" panose="02020603050405020304" pitchFamily="18" charset="0"/>
              </a:rPr>
              <a:t>Plotly</a:t>
            </a:r>
            <a:r>
              <a:rPr lang="es-EC" sz="1800" dirty="0">
                <a:effectLst/>
                <a:latin typeface="Calibri" panose="020F0502020204030204" pitchFamily="34" charset="0"/>
                <a:ea typeface="Calibri" panose="020F0502020204030204" pitchFamily="34" charset="0"/>
                <a:cs typeface="Times New Roman" panose="02020603050405020304" pitchFamily="18" charset="0"/>
              </a:rPr>
              <a:t> o </a:t>
            </a:r>
            <a:r>
              <a:rPr lang="es-EC" sz="1800" dirty="0" err="1">
                <a:effectLst/>
                <a:latin typeface="Calibri" panose="020F0502020204030204" pitchFamily="34" charset="0"/>
                <a:ea typeface="Calibri" panose="020F0502020204030204" pitchFamily="34" charset="0"/>
                <a:cs typeface="Times New Roman" panose="02020603050405020304" pitchFamily="18" charset="0"/>
              </a:rPr>
              <a:t>Dash</a:t>
            </a:r>
            <a:r>
              <a:rPr lang="es-EC"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En conclusión, este proyecto demuestra cómo la automatización mediante Python mejora la eficiencia, la reproducibilidad y la organización del análisis de datos climáticos.</a:t>
            </a:r>
          </a:p>
          <a:p>
            <a:pPr>
              <a:lnSpc>
                <a:spcPct val="107000"/>
              </a:lnSpc>
              <a:spcAft>
                <a:spcPts val="800"/>
              </a:spcAft>
            </a:pPr>
            <a:r>
              <a:rPr lang="es-EC" sz="1800" dirty="0">
                <a:effectLst/>
                <a:latin typeface="Calibri" panose="020F0502020204030204" pitchFamily="34" charset="0"/>
                <a:ea typeface="Calibri" panose="020F0502020204030204" pitchFamily="34" charset="0"/>
                <a:cs typeface="Times New Roman" panose="02020603050405020304" pitchFamily="18" charset="0"/>
              </a:rPr>
              <a:t>Las técnicas implementadas pueden adaptarse fácilmente a otros conjuntos de datos y representan una base sólida para proyectos de análisis de datos de mayor complejidad</a:t>
            </a:r>
          </a:p>
          <a:p>
            <a:endParaRPr lang="es-EC" dirty="0"/>
          </a:p>
        </p:txBody>
      </p:sp>
      <p:sp>
        <p:nvSpPr>
          <p:cNvPr id="4" name="Marcador de número de diapositiva 3"/>
          <p:cNvSpPr>
            <a:spLocks noGrp="1"/>
          </p:cNvSpPr>
          <p:nvPr>
            <p:ph type="sldNum" sz="quarter" idx="5"/>
          </p:nvPr>
        </p:nvSpPr>
        <p:spPr/>
        <p:txBody>
          <a:bodyPr/>
          <a:lstStyle/>
          <a:p>
            <a:fld id="{139233A3-4483-46A2-8D6A-9435E0F06B54}" type="slidenum">
              <a:rPr lang="es-EC" smtClean="0"/>
              <a:t>14</a:t>
            </a:fld>
            <a:endParaRPr lang="es-EC"/>
          </a:p>
        </p:txBody>
      </p:sp>
    </p:spTree>
    <p:extLst>
      <p:ext uri="{BB962C8B-B14F-4D97-AF65-F5344CB8AC3E}">
        <p14:creationId xmlns:p14="http://schemas.microsoft.com/office/powerpoint/2010/main" val="36342369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663090E1-2967-4184-8C66-1A26942B8923}"/>
              </a:ext>
            </a:extLst>
          </p:cNvPr>
          <p:cNvSpPr>
            <a:spLocks noGrp="1"/>
          </p:cNvSpPr>
          <p:nvPr>
            <p:ph type="dt" sz="half" idx="10"/>
          </p:nvPr>
        </p:nvSpPr>
        <p:spPr>
          <a:xfrm>
            <a:off x="868680" y="6460002"/>
            <a:ext cx="2743200" cy="365125"/>
          </a:xfrm>
        </p:spPr>
        <p:txBody>
          <a:bodyPr/>
          <a:lstStyle/>
          <a:p>
            <a:fld id="{8E0772A6-A9D8-410B-9F5B-19F84F8EB9E0}" type="datetime1">
              <a:rPr lang="es-EC" smtClean="0"/>
              <a:t>28/6/2026</a:t>
            </a:fld>
            <a:endParaRPr lang="es-EC"/>
          </a:p>
        </p:txBody>
      </p:sp>
      <p:sp>
        <p:nvSpPr>
          <p:cNvPr id="5" name="Marcador de pie de página 4">
            <a:extLst>
              <a:ext uri="{FF2B5EF4-FFF2-40B4-BE49-F238E27FC236}">
                <a16:creationId xmlns:a16="http://schemas.microsoft.com/office/drawing/2014/main" id="{D2E52F59-67EF-4895-B891-575F0DC5FC3A}"/>
              </a:ext>
            </a:extLst>
          </p:cNvPr>
          <p:cNvSpPr>
            <a:spLocks noGrp="1"/>
          </p:cNvSpPr>
          <p:nvPr>
            <p:ph type="ftr" sz="quarter" idx="11"/>
          </p:nvPr>
        </p:nvSpPr>
        <p:spPr>
          <a:xfrm>
            <a:off x="4205141" y="5493775"/>
            <a:ext cx="4114800" cy="365125"/>
          </a:xfrm>
        </p:spPr>
        <p:txBody>
          <a:bodyPr/>
          <a:lstStyle/>
          <a:p>
            <a:endParaRPr lang="es-EC" dirty="0"/>
          </a:p>
        </p:txBody>
      </p:sp>
      <p:sp>
        <p:nvSpPr>
          <p:cNvPr id="7" name="Rectángulo 6">
            <a:extLst>
              <a:ext uri="{FF2B5EF4-FFF2-40B4-BE49-F238E27FC236}">
                <a16:creationId xmlns:a16="http://schemas.microsoft.com/office/drawing/2014/main" id="{ECBD99F8-5A78-051C-6ABC-E21FCE2E4521}"/>
              </a:ext>
            </a:extLst>
          </p:cNvPr>
          <p:cNvSpPr/>
          <p:nvPr userDrawn="1"/>
        </p:nvSpPr>
        <p:spPr>
          <a:xfrm>
            <a:off x="6819901" y="-2883"/>
            <a:ext cx="3266780" cy="6654507"/>
          </a:xfrm>
          <a:prstGeom prst="rect">
            <a:avLst/>
          </a:prstGeom>
          <a:gradFill flip="none" rotWithShape="1">
            <a:gsLst>
              <a:gs pos="56000">
                <a:schemeClr val="bg1"/>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 name="Título 1">
            <a:extLst>
              <a:ext uri="{FF2B5EF4-FFF2-40B4-BE49-F238E27FC236}">
                <a16:creationId xmlns:a16="http://schemas.microsoft.com/office/drawing/2014/main" id="{337788BD-9782-4981-AD93-F48F22AF8FF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D2BD8451-D456-414F-B133-DAF23D50A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pic>
        <p:nvPicPr>
          <p:cNvPr id="13" name="Imagen 12" descr="Dibujo con letras blancas&#10;&#10;El contenido generado por IA puede ser incorrecto.">
            <a:extLst>
              <a:ext uri="{FF2B5EF4-FFF2-40B4-BE49-F238E27FC236}">
                <a16:creationId xmlns:a16="http://schemas.microsoft.com/office/drawing/2014/main" id="{E9A919F3-24C6-528D-CAC9-DB18D33F9ACC}"/>
              </a:ext>
            </a:extLst>
          </p:cNvPr>
          <p:cNvPicPr>
            <a:picLocks noChangeAspect="1"/>
          </p:cNvPicPr>
          <p:nvPr userDrawn="1"/>
        </p:nvPicPr>
        <p:blipFill>
          <a:blip r:embed="rId2">
            <a:extLst>
              <a:ext uri="{28A0092B-C50C-407E-A947-70E740481C1C}">
                <a14:useLocalDpi xmlns:a14="http://schemas.microsoft.com/office/drawing/2010/main" val="0"/>
              </a:ext>
            </a:extLst>
          </a:blip>
          <a:srcRect l="86930" b="61176"/>
          <a:stretch>
            <a:fillRect/>
          </a:stretch>
        </p:blipFill>
        <p:spPr>
          <a:xfrm>
            <a:off x="584200" y="6546850"/>
            <a:ext cx="84653" cy="104775"/>
          </a:xfrm>
          <a:prstGeom prst="rect">
            <a:avLst/>
          </a:prstGeom>
        </p:spPr>
      </p:pic>
      <p:grpSp>
        <p:nvGrpSpPr>
          <p:cNvPr id="10" name="Grupo 9">
            <a:extLst>
              <a:ext uri="{FF2B5EF4-FFF2-40B4-BE49-F238E27FC236}">
                <a16:creationId xmlns:a16="http://schemas.microsoft.com/office/drawing/2014/main" id="{4E1AEA53-8C26-4B50-B506-CF80C830E6C3}"/>
              </a:ext>
            </a:extLst>
          </p:cNvPr>
          <p:cNvGrpSpPr/>
          <p:nvPr userDrawn="1"/>
        </p:nvGrpSpPr>
        <p:grpSpPr>
          <a:xfrm>
            <a:off x="1" y="6485185"/>
            <a:ext cx="12192000" cy="410857"/>
            <a:chOff x="1" y="6485185"/>
            <a:chExt cx="12192000" cy="410857"/>
          </a:xfrm>
        </p:grpSpPr>
        <p:sp>
          <p:nvSpPr>
            <p:cNvPr id="28" name="Rectángulo 27">
              <a:extLst>
                <a:ext uri="{FF2B5EF4-FFF2-40B4-BE49-F238E27FC236}">
                  <a16:creationId xmlns:a16="http://schemas.microsoft.com/office/drawing/2014/main" id="{FCC7F255-397C-405E-A807-1258AF142CB6}"/>
                </a:ext>
              </a:extLst>
            </p:cNvPr>
            <p:cNvSpPr/>
            <p:nvPr userDrawn="1"/>
          </p:nvSpPr>
          <p:spPr>
            <a:xfrm>
              <a:off x="1" y="6485185"/>
              <a:ext cx="12192000" cy="372815"/>
            </a:xfrm>
            <a:prstGeom prst="rect">
              <a:avLst/>
            </a:prstGeom>
            <a:gradFill>
              <a:gsLst>
                <a:gs pos="100000">
                  <a:schemeClr val="accent1">
                    <a:lumMod val="5000"/>
                    <a:lumOff val="95000"/>
                  </a:schemeClr>
                </a:gs>
                <a:gs pos="0">
                  <a:srgbClr val="3C5C2B"/>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solidFill>
                  <a:schemeClr val="tx1">
                    <a:lumMod val="65000"/>
                    <a:lumOff val="35000"/>
                  </a:schemeClr>
                </a:solidFill>
              </a:endParaRPr>
            </a:p>
          </p:txBody>
        </p:sp>
        <p:pic>
          <p:nvPicPr>
            <p:cNvPr id="9" name="Imagen 8">
              <a:extLst>
                <a:ext uri="{FF2B5EF4-FFF2-40B4-BE49-F238E27FC236}">
                  <a16:creationId xmlns:a16="http://schemas.microsoft.com/office/drawing/2014/main" id="{D902DF05-A27F-4883-B871-E8BF07A6448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605" y="6500042"/>
              <a:ext cx="2045944" cy="396000"/>
            </a:xfrm>
            <a:prstGeom prst="rect">
              <a:avLst/>
            </a:prstGeom>
          </p:spPr>
        </p:pic>
      </p:grpSp>
      <p:sp>
        <p:nvSpPr>
          <p:cNvPr id="15" name="Marcador de número de diapositiva 5">
            <a:extLst>
              <a:ext uri="{FF2B5EF4-FFF2-40B4-BE49-F238E27FC236}">
                <a16:creationId xmlns:a16="http://schemas.microsoft.com/office/drawing/2014/main" id="{A1F11089-67D8-4ED4-9237-A2EC8E511D1B}"/>
              </a:ext>
            </a:extLst>
          </p:cNvPr>
          <p:cNvSpPr>
            <a:spLocks noGrp="1"/>
          </p:cNvSpPr>
          <p:nvPr>
            <p:ph type="sldNum" sz="quarter" idx="12"/>
          </p:nvPr>
        </p:nvSpPr>
        <p:spPr>
          <a:xfrm>
            <a:off x="8801100" y="6469062"/>
            <a:ext cx="2743200" cy="365125"/>
          </a:xfrm>
          <a:prstGeom prst="rect">
            <a:avLst/>
          </a:prstGeom>
        </p:spPr>
        <p:txBody>
          <a:bodyPr/>
          <a:lstStyle>
            <a:lvl1pPr>
              <a:defRPr>
                <a:solidFill>
                  <a:schemeClr val="tx1">
                    <a:lumMod val="65000"/>
                    <a:lumOff val="35000"/>
                  </a:schemeClr>
                </a:solidFill>
              </a:defRPr>
            </a:lvl1pPr>
          </a:lstStyle>
          <a:p>
            <a:fld id="{88E263F8-021D-4401-A2D8-15B9B6C6D974}" type="slidenum">
              <a:rPr lang="es-EC" smtClean="0"/>
              <a:pPr/>
              <a:t>‹Nº›</a:t>
            </a:fld>
            <a:endParaRPr lang="es-EC" dirty="0"/>
          </a:p>
        </p:txBody>
      </p:sp>
    </p:spTree>
    <p:extLst>
      <p:ext uri="{BB962C8B-B14F-4D97-AF65-F5344CB8AC3E}">
        <p14:creationId xmlns:p14="http://schemas.microsoft.com/office/powerpoint/2010/main" val="2781754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6AC443-CC27-47CB-9F7C-66F6790822A9}"/>
              </a:ext>
            </a:extLst>
          </p:cNvPr>
          <p:cNvSpPr>
            <a:spLocks noGrp="1"/>
          </p:cNvSpPr>
          <p:nvPr>
            <p:ph type="title"/>
          </p:nvPr>
        </p:nvSpPr>
        <p:spPr/>
        <p:txBody>
          <a:bodyPr>
            <a:normAutofit/>
          </a:bodyPr>
          <a:lstStyle>
            <a:lvl1pPr>
              <a:defRPr sz="4000" b="1">
                <a:solidFill>
                  <a:srgbClr val="1A2812"/>
                </a:solidFill>
                <a:latin typeface="+mn-lt"/>
              </a:defRPr>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EA581AF-44C4-4392-AD66-29CCCB5EDCC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77184657-386D-4B90-A720-AB7DD3BB2DA1}"/>
              </a:ext>
            </a:extLst>
          </p:cNvPr>
          <p:cNvSpPr>
            <a:spLocks noGrp="1"/>
          </p:cNvSpPr>
          <p:nvPr>
            <p:ph type="dt" sz="half" idx="10"/>
          </p:nvPr>
        </p:nvSpPr>
        <p:spPr/>
        <p:txBody>
          <a:bodyPr/>
          <a:lstStyle/>
          <a:p>
            <a:fld id="{B71639A4-34F4-4C90-AF6B-00C0CD637EE0}" type="datetime1">
              <a:rPr lang="es-EC" smtClean="0"/>
              <a:t>28/6/2026</a:t>
            </a:fld>
            <a:endParaRPr lang="es-EC"/>
          </a:p>
        </p:txBody>
      </p:sp>
      <p:sp>
        <p:nvSpPr>
          <p:cNvPr id="5" name="Marcador de pie de página 4">
            <a:extLst>
              <a:ext uri="{FF2B5EF4-FFF2-40B4-BE49-F238E27FC236}">
                <a16:creationId xmlns:a16="http://schemas.microsoft.com/office/drawing/2014/main" id="{93ED27C8-E46D-4007-9F34-CA9650E86D75}"/>
              </a:ext>
            </a:extLst>
          </p:cNvPr>
          <p:cNvSpPr>
            <a:spLocks noGrp="1"/>
          </p:cNvSpPr>
          <p:nvPr>
            <p:ph type="ftr" sz="quarter" idx="11"/>
          </p:nvPr>
        </p:nvSpPr>
        <p:spPr/>
        <p:txBody>
          <a:bodyPr/>
          <a:lstStyle/>
          <a:p>
            <a:endParaRPr lang="es-EC"/>
          </a:p>
        </p:txBody>
      </p:sp>
      <p:pic>
        <p:nvPicPr>
          <p:cNvPr id="10" name="Imagen 9" descr="Dibujo con letras blancas&#10;&#10;El contenido generado por IA puede ser incorrecto.">
            <a:extLst>
              <a:ext uri="{FF2B5EF4-FFF2-40B4-BE49-F238E27FC236}">
                <a16:creationId xmlns:a16="http://schemas.microsoft.com/office/drawing/2014/main" id="{AA1E6695-87BD-2798-C92B-1AD747E9DE4F}"/>
              </a:ext>
            </a:extLst>
          </p:cNvPr>
          <p:cNvPicPr>
            <a:picLocks noChangeAspect="1"/>
          </p:cNvPicPr>
          <p:nvPr userDrawn="1"/>
        </p:nvPicPr>
        <p:blipFill>
          <a:blip r:embed="rId2">
            <a:extLst>
              <a:ext uri="{28A0092B-C50C-407E-A947-70E740481C1C}">
                <a14:useLocalDpi xmlns:a14="http://schemas.microsoft.com/office/drawing/2010/main" val="0"/>
              </a:ext>
            </a:extLst>
          </a:blip>
          <a:srcRect l="86930" b="61176"/>
          <a:stretch>
            <a:fillRect/>
          </a:stretch>
        </p:blipFill>
        <p:spPr>
          <a:xfrm>
            <a:off x="584200" y="6546850"/>
            <a:ext cx="84653" cy="104775"/>
          </a:xfrm>
          <a:prstGeom prst="rect">
            <a:avLst/>
          </a:prstGeom>
        </p:spPr>
      </p:pic>
      <p:grpSp>
        <p:nvGrpSpPr>
          <p:cNvPr id="14" name="Grupo 13">
            <a:extLst>
              <a:ext uri="{FF2B5EF4-FFF2-40B4-BE49-F238E27FC236}">
                <a16:creationId xmlns:a16="http://schemas.microsoft.com/office/drawing/2014/main" id="{268D5D5A-1B2B-4ECC-9FBB-75B88ABE41EF}"/>
              </a:ext>
            </a:extLst>
          </p:cNvPr>
          <p:cNvGrpSpPr/>
          <p:nvPr userDrawn="1"/>
        </p:nvGrpSpPr>
        <p:grpSpPr>
          <a:xfrm>
            <a:off x="0" y="6496031"/>
            <a:ext cx="12192000" cy="410857"/>
            <a:chOff x="1" y="6485185"/>
            <a:chExt cx="12192000" cy="410857"/>
          </a:xfrm>
        </p:grpSpPr>
        <p:sp>
          <p:nvSpPr>
            <p:cNvPr id="15" name="Rectángulo 14">
              <a:extLst>
                <a:ext uri="{FF2B5EF4-FFF2-40B4-BE49-F238E27FC236}">
                  <a16:creationId xmlns:a16="http://schemas.microsoft.com/office/drawing/2014/main" id="{33AE115D-AE11-4C73-8C6C-69BE0984C11B}"/>
                </a:ext>
              </a:extLst>
            </p:cNvPr>
            <p:cNvSpPr/>
            <p:nvPr userDrawn="1"/>
          </p:nvSpPr>
          <p:spPr>
            <a:xfrm>
              <a:off x="1" y="6485185"/>
              <a:ext cx="12192000" cy="372815"/>
            </a:xfrm>
            <a:prstGeom prst="rect">
              <a:avLst/>
            </a:prstGeom>
            <a:gradFill>
              <a:gsLst>
                <a:gs pos="100000">
                  <a:schemeClr val="accent1">
                    <a:lumMod val="5000"/>
                    <a:lumOff val="95000"/>
                  </a:schemeClr>
                </a:gs>
                <a:gs pos="0">
                  <a:srgbClr val="3C5C2B"/>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pic>
          <p:nvPicPr>
            <p:cNvPr id="16" name="Imagen 15">
              <a:extLst>
                <a:ext uri="{FF2B5EF4-FFF2-40B4-BE49-F238E27FC236}">
                  <a16:creationId xmlns:a16="http://schemas.microsoft.com/office/drawing/2014/main" id="{4F27A8BB-75CC-4268-9B2F-8F5FFF9C816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605" y="6500042"/>
              <a:ext cx="2045944" cy="396000"/>
            </a:xfrm>
            <a:prstGeom prst="rect">
              <a:avLst/>
            </a:prstGeom>
          </p:spPr>
        </p:pic>
      </p:grpSp>
      <p:sp>
        <p:nvSpPr>
          <p:cNvPr id="11" name="Marcador de número de diapositiva 5">
            <a:extLst>
              <a:ext uri="{FF2B5EF4-FFF2-40B4-BE49-F238E27FC236}">
                <a16:creationId xmlns:a16="http://schemas.microsoft.com/office/drawing/2014/main" id="{C4156999-DF05-47EC-9FA3-39FA8A1E6B48}"/>
              </a:ext>
            </a:extLst>
          </p:cNvPr>
          <p:cNvSpPr>
            <a:spLocks noGrp="1"/>
          </p:cNvSpPr>
          <p:nvPr>
            <p:ph type="sldNum" sz="quarter" idx="12"/>
          </p:nvPr>
        </p:nvSpPr>
        <p:spPr>
          <a:xfrm>
            <a:off x="8610600" y="6469062"/>
            <a:ext cx="2743200" cy="365125"/>
          </a:xfrm>
          <a:prstGeom prst="rect">
            <a:avLst/>
          </a:prstGeom>
        </p:spPr>
        <p:txBody>
          <a:bodyPr/>
          <a:lstStyle>
            <a:lvl1pPr>
              <a:defRPr>
                <a:solidFill>
                  <a:schemeClr val="tx1">
                    <a:lumMod val="65000"/>
                    <a:lumOff val="35000"/>
                  </a:schemeClr>
                </a:solidFill>
              </a:defRPr>
            </a:lvl1pPr>
          </a:lstStyle>
          <a:p>
            <a:fld id="{88E263F8-021D-4401-A2D8-15B9B6C6D974}" type="slidenum">
              <a:rPr lang="es-EC" smtClean="0"/>
              <a:pPr/>
              <a:t>‹Nº›</a:t>
            </a:fld>
            <a:endParaRPr lang="es-EC" dirty="0"/>
          </a:p>
        </p:txBody>
      </p:sp>
    </p:spTree>
    <p:extLst>
      <p:ext uri="{BB962C8B-B14F-4D97-AF65-F5344CB8AC3E}">
        <p14:creationId xmlns:p14="http://schemas.microsoft.com/office/powerpoint/2010/main" val="2382667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FFD997-AC1E-488B-815E-1DD00249489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AC5E6385-117B-4119-AD18-0D2CA4BFC3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23C8256-DE45-4040-A735-5834A537654F}"/>
              </a:ext>
            </a:extLst>
          </p:cNvPr>
          <p:cNvSpPr>
            <a:spLocks noGrp="1"/>
          </p:cNvSpPr>
          <p:nvPr>
            <p:ph type="dt" sz="half" idx="10"/>
          </p:nvPr>
        </p:nvSpPr>
        <p:spPr/>
        <p:txBody>
          <a:bodyPr/>
          <a:lstStyle/>
          <a:p>
            <a:fld id="{2BF0B874-C7E8-4719-93EA-4C431177E529}" type="datetime1">
              <a:rPr lang="es-EC" smtClean="0"/>
              <a:t>28/6/2026</a:t>
            </a:fld>
            <a:endParaRPr lang="es-EC"/>
          </a:p>
        </p:txBody>
      </p:sp>
      <p:sp>
        <p:nvSpPr>
          <p:cNvPr id="5" name="Marcador de pie de página 4">
            <a:extLst>
              <a:ext uri="{FF2B5EF4-FFF2-40B4-BE49-F238E27FC236}">
                <a16:creationId xmlns:a16="http://schemas.microsoft.com/office/drawing/2014/main" id="{3272E436-185F-44CC-8276-34185084CDCE}"/>
              </a:ext>
            </a:extLst>
          </p:cNvPr>
          <p:cNvSpPr>
            <a:spLocks noGrp="1"/>
          </p:cNvSpPr>
          <p:nvPr>
            <p:ph type="ftr" sz="quarter" idx="11"/>
          </p:nvPr>
        </p:nvSpPr>
        <p:spPr/>
        <p:txBody>
          <a:bodyPr/>
          <a:lstStyle/>
          <a:p>
            <a:endParaRPr lang="es-EC"/>
          </a:p>
        </p:txBody>
      </p:sp>
      <p:pic>
        <p:nvPicPr>
          <p:cNvPr id="10" name="Imagen 9" descr="Dibujo con letras blancas&#10;&#10;El contenido generado por IA puede ser incorrecto.">
            <a:extLst>
              <a:ext uri="{FF2B5EF4-FFF2-40B4-BE49-F238E27FC236}">
                <a16:creationId xmlns:a16="http://schemas.microsoft.com/office/drawing/2014/main" id="{6BC7932E-BF37-40BF-E7FD-25FB7E15B539}"/>
              </a:ext>
            </a:extLst>
          </p:cNvPr>
          <p:cNvPicPr>
            <a:picLocks noChangeAspect="1"/>
          </p:cNvPicPr>
          <p:nvPr userDrawn="1"/>
        </p:nvPicPr>
        <p:blipFill>
          <a:blip r:embed="rId2">
            <a:extLst>
              <a:ext uri="{28A0092B-C50C-407E-A947-70E740481C1C}">
                <a14:useLocalDpi xmlns:a14="http://schemas.microsoft.com/office/drawing/2010/main" val="0"/>
              </a:ext>
            </a:extLst>
          </a:blip>
          <a:srcRect l="86930" b="61176"/>
          <a:stretch>
            <a:fillRect/>
          </a:stretch>
        </p:blipFill>
        <p:spPr>
          <a:xfrm>
            <a:off x="584200" y="6546850"/>
            <a:ext cx="84653" cy="104775"/>
          </a:xfrm>
          <a:prstGeom prst="rect">
            <a:avLst/>
          </a:prstGeom>
        </p:spPr>
      </p:pic>
      <p:grpSp>
        <p:nvGrpSpPr>
          <p:cNvPr id="14" name="Grupo 13">
            <a:extLst>
              <a:ext uri="{FF2B5EF4-FFF2-40B4-BE49-F238E27FC236}">
                <a16:creationId xmlns:a16="http://schemas.microsoft.com/office/drawing/2014/main" id="{8504396A-53A8-4729-86F4-A7F9469EA9AC}"/>
              </a:ext>
            </a:extLst>
          </p:cNvPr>
          <p:cNvGrpSpPr/>
          <p:nvPr userDrawn="1"/>
        </p:nvGrpSpPr>
        <p:grpSpPr>
          <a:xfrm>
            <a:off x="1" y="6485185"/>
            <a:ext cx="12192000" cy="410857"/>
            <a:chOff x="1" y="6485185"/>
            <a:chExt cx="12192000" cy="410857"/>
          </a:xfrm>
        </p:grpSpPr>
        <p:sp>
          <p:nvSpPr>
            <p:cNvPr id="15" name="Rectángulo 14">
              <a:extLst>
                <a:ext uri="{FF2B5EF4-FFF2-40B4-BE49-F238E27FC236}">
                  <a16:creationId xmlns:a16="http://schemas.microsoft.com/office/drawing/2014/main" id="{A7F2E3BC-C159-4872-991B-D0300189C3D8}"/>
                </a:ext>
              </a:extLst>
            </p:cNvPr>
            <p:cNvSpPr/>
            <p:nvPr userDrawn="1"/>
          </p:nvSpPr>
          <p:spPr>
            <a:xfrm>
              <a:off x="1" y="6485185"/>
              <a:ext cx="12192000" cy="372815"/>
            </a:xfrm>
            <a:prstGeom prst="rect">
              <a:avLst/>
            </a:prstGeom>
            <a:gradFill>
              <a:gsLst>
                <a:gs pos="100000">
                  <a:schemeClr val="accent1">
                    <a:lumMod val="5000"/>
                    <a:lumOff val="95000"/>
                  </a:schemeClr>
                </a:gs>
                <a:gs pos="0">
                  <a:srgbClr val="3C5C2B"/>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pic>
          <p:nvPicPr>
            <p:cNvPr id="16" name="Imagen 15">
              <a:extLst>
                <a:ext uri="{FF2B5EF4-FFF2-40B4-BE49-F238E27FC236}">
                  <a16:creationId xmlns:a16="http://schemas.microsoft.com/office/drawing/2014/main" id="{DE3C83BD-ACB1-4059-8AD2-0FDD08A33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605" y="6500042"/>
              <a:ext cx="2045944" cy="396000"/>
            </a:xfrm>
            <a:prstGeom prst="rect">
              <a:avLst/>
            </a:prstGeom>
          </p:spPr>
        </p:pic>
      </p:grpSp>
      <p:sp>
        <p:nvSpPr>
          <p:cNvPr id="6" name="Marcador de número de diapositiva 5">
            <a:extLst>
              <a:ext uri="{FF2B5EF4-FFF2-40B4-BE49-F238E27FC236}">
                <a16:creationId xmlns:a16="http://schemas.microsoft.com/office/drawing/2014/main" id="{B9B18DE0-DE93-4B69-8189-7BC3BEE77A4C}"/>
              </a:ext>
            </a:extLst>
          </p:cNvPr>
          <p:cNvSpPr>
            <a:spLocks noGrp="1"/>
          </p:cNvSpPr>
          <p:nvPr>
            <p:ph type="sldNum" sz="quarter" idx="12"/>
          </p:nvPr>
        </p:nvSpPr>
        <p:spPr>
          <a:xfrm>
            <a:off x="8801100" y="6469062"/>
            <a:ext cx="2743200" cy="365125"/>
          </a:xfrm>
          <a:prstGeom prst="rect">
            <a:avLst/>
          </a:prstGeom>
        </p:spPr>
        <p:txBody>
          <a:bodyPr/>
          <a:lstStyle>
            <a:lvl1pPr>
              <a:defRPr>
                <a:solidFill>
                  <a:schemeClr val="tx1">
                    <a:lumMod val="65000"/>
                    <a:lumOff val="35000"/>
                  </a:schemeClr>
                </a:solidFill>
              </a:defRPr>
            </a:lvl1pPr>
          </a:lstStyle>
          <a:p>
            <a:fld id="{88E263F8-021D-4401-A2D8-15B9B6C6D974}" type="slidenum">
              <a:rPr lang="es-EC" smtClean="0"/>
              <a:pPr/>
              <a:t>‹Nº›</a:t>
            </a:fld>
            <a:endParaRPr lang="es-EC" dirty="0"/>
          </a:p>
        </p:txBody>
      </p:sp>
    </p:spTree>
    <p:extLst>
      <p:ext uri="{BB962C8B-B14F-4D97-AF65-F5344CB8AC3E}">
        <p14:creationId xmlns:p14="http://schemas.microsoft.com/office/powerpoint/2010/main" val="3491665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4020969-7B73-4326-BDB1-C9E85B732FFE}"/>
              </a:ext>
            </a:extLst>
          </p:cNvPr>
          <p:cNvSpPr>
            <a:spLocks noGrp="1"/>
          </p:cNvSpPr>
          <p:nvPr>
            <p:ph type="dt" sz="half" idx="10"/>
          </p:nvPr>
        </p:nvSpPr>
        <p:spPr/>
        <p:txBody>
          <a:bodyPr/>
          <a:lstStyle/>
          <a:p>
            <a:fld id="{AC928170-ED72-4E1A-AEB5-D5B82948E73F}" type="datetime1">
              <a:rPr lang="es-EC" smtClean="0"/>
              <a:t>28/6/2026</a:t>
            </a:fld>
            <a:endParaRPr lang="es-EC"/>
          </a:p>
        </p:txBody>
      </p:sp>
      <p:sp>
        <p:nvSpPr>
          <p:cNvPr id="3" name="Marcador de pie de página 2">
            <a:extLst>
              <a:ext uri="{FF2B5EF4-FFF2-40B4-BE49-F238E27FC236}">
                <a16:creationId xmlns:a16="http://schemas.microsoft.com/office/drawing/2014/main" id="{98595B60-6A5C-403C-AF3D-56EAC03EBBF1}"/>
              </a:ext>
            </a:extLst>
          </p:cNvPr>
          <p:cNvSpPr>
            <a:spLocks noGrp="1"/>
          </p:cNvSpPr>
          <p:nvPr>
            <p:ph type="ftr" sz="quarter" idx="11"/>
          </p:nvPr>
        </p:nvSpPr>
        <p:spPr/>
        <p:txBody>
          <a:bodyPr/>
          <a:lstStyle/>
          <a:p>
            <a:endParaRPr lang="es-EC"/>
          </a:p>
        </p:txBody>
      </p:sp>
      <p:pic>
        <p:nvPicPr>
          <p:cNvPr id="8" name="Imagen 7" descr="Dibujo con letras blancas&#10;&#10;El contenido generado por IA puede ser incorrecto.">
            <a:extLst>
              <a:ext uri="{FF2B5EF4-FFF2-40B4-BE49-F238E27FC236}">
                <a16:creationId xmlns:a16="http://schemas.microsoft.com/office/drawing/2014/main" id="{562B3875-CC9D-30CD-3F8C-87AB52BB79E0}"/>
              </a:ext>
            </a:extLst>
          </p:cNvPr>
          <p:cNvPicPr>
            <a:picLocks noChangeAspect="1"/>
          </p:cNvPicPr>
          <p:nvPr userDrawn="1"/>
        </p:nvPicPr>
        <p:blipFill>
          <a:blip r:embed="rId2">
            <a:extLst>
              <a:ext uri="{28A0092B-C50C-407E-A947-70E740481C1C}">
                <a14:useLocalDpi xmlns:a14="http://schemas.microsoft.com/office/drawing/2010/main" val="0"/>
              </a:ext>
            </a:extLst>
          </a:blip>
          <a:srcRect l="86930" b="61176"/>
          <a:stretch>
            <a:fillRect/>
          </a:stretch>
        </p:blipFill>
        <p:spPr>
          <a:xfrm>
            <a:off x="584200" y="6546850"/>
            <a:ext cx="84653" cy="104775"/>
          </a:xfrm>
          <a:prstGeom prst="rect">
            <a:avLst/>
          </a:prstGeom>
        </p:spPr>
      </p:pic>
      <p:sp>
        <p:nvSpPr>
          <p:cNvPr id="4" name="Marcador de número de diapositiva 3">
            <a:extLst>
              <a:ext uri="{FF2B5EF4-FFF2-40B4-BE49-F238E27FC236}">
                <a16:creationId xmlns:a16="http://schemas.microsoft.com/office/drawing/2014/main" id="{BCDDEFAE-89E5-41DB-AC82-FC713E726A92}"/>
              </a:ext>
            </a:extLst>
          </p:cNvPr>
          <p:cNvSpPr>
            <a:spLocks noGrp="1"/>
          </p:cNvSpPr>
          <p:nvPr>
            <p:ph type="sldNum" sz="quarter" idx="12"/>
          </p:nvPr>
        </p:nvSpPr>
        <p:spPr>
          <a:xfrm>
            <a:off x="8610600" y="6486888"/>
            <a:ext cx="2743200" cy="365125"/>
          </a:xfrm>
          <a:prstGeom prst="rect">
            <a:avLst/>
          </a:prstGeom>
        </p:spPr>
        <p:txBody>
          <a:bodyPr/>
          <a:lstStyle/>
          <a:p>
            <a:fld id="{88E263F8-021D-4401-A2D8-15B9B6C6D974}" type="slidenum">
              <a:rPr lang="es-EC" smtClean="0"/>
              <a:t>‹Nº›</a:t>
            </a:fld>
            <a:endParaRPr lang="es-EC"/>
          </a:p>
        </p:txBody>
      </p:sp>
    </p:spTree>
    <p:extLst>
      <p:ext uri="{BB962C8B-B14F-4D97-AF65-F5344CB8AC3E}">
        <p14:creationId xmlns:p14="http://schemas.microsoft.com/office/powerpoint/2010/main" val="30733326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DE50514-46EB-43DA-A661-43CAD41DA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8DB49222-B00A-4899-A8F1-52C4E8BE54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A7AB2791-E802-4A03-BC01-56312ADEB0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799988-FD2F-470D-936A-121A0E221DD2}" type="datetime1">
              <a:rPr lang="es-EC" smtClean="0"/>
              <a:t>28/6/2026</a:t>
            </a:fld>
            <a:endParaRPr lang="es-EC"/>
          </a:p>
        </p:txBody>
      </p:sp>
      <p:sp>
        <p:nvSpPr>
          <p:cNvPr id="5" name="Marcador de pie de página 4">
            <a:extLst>
              <a:ext uri="{FF2B5EF4-FFF2-40B4-BE49-F238E27FC236}">
                <a16:creationId xmlns:a16="http://schemas.microsoft.com/office/drawing/2014/main" id="{9EE38B68-FF73-4B4D-8816-A9C5D11075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grpSp>
        <p:nvGrpSpPr>
          <p:cNvPr id="7" name="Grupo 6">
            <a:extLst>
              <a:ext uri="{FF2B5EF4-FFF2-40B4-BE49-F238E27FC236}">
                <a16:creationId xmlns:a16="http://schemas.microsoft.com/office/drawing/2014/main" id="{24DDF184-163E-4FF3-AAA2-F48F4105C92D}"/>
              </a:ext>
            </a:extLst>
          </p:cNvPr>
          <p:cNvGrpSpPr/>
          <p:nvPr userDrawn="1"/>
        </p:nvGrpSpPr>
        <p:grpSpPr>
          <a:xfrm>
            <a:off x="1" y="6485185"/>
            <a:ext cx="12192000" cy="410857"/>
            <a:chOff x="1" y="6485185"/>
            <a:chExt cx="12192000" cy="410857"/>
          </a:xfrm>
        </p:grpSpPr>
        <p:sp>
          <p:nvSpPr>
            <p:cNvPr id="8" name="Rectángulo 7">
              <a:extLst>
                <a:ext uri="{FF2B5EF4-FFF2-40B4-BE49-F238E27FC236}">
                  <a16:creationId xmlns:a16="http://schemas.microsoft.com/office/drawing/2014/main" id="{638BF9E5-426B-48AE-8A50-8EF50C006EB7}"/>
                </a:ext>
              </a:extLst>
            </p:cNvPr>
            <p:cNvSpPr/>
            <p:nvPr userDrawn="1"/>
          </p:nvSpPr>
          <p:spPr>
            <a:xfrm>
              <a:off x="1" y="6485185"/>
              <a:ext cx="12192000" cy="372815"/>
            </a:xfrm>
            <a:prstGeom prst="rect">
              <a:avLst/>
            </a:prstGeom>
            <a:gradFill>
              <a:gsLst>
                <a:gs pos="100000">
                  <a:schemeClr val="accent1">
                    <a:lumMod val="5000"/>
                    <a:lumOff val="95000"/>
                  </a:schemeClr>
                </a:gs>
                <a:gs pos="0">
                  <a:srgbClr val="3C5C2B"/>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solidFill>
                  <a:schemeClr val="tx1">
                    <a:lumMod val="65000"/>
                    <a:lumOff val="35000"/>
                  </a:schemeClr>
                </a:solidFill>
              </a:endParaRPr>
            </a:p>
          </p:txBody>
        </p:sp>
        <p:pic>
          <p:nvPicPr>
            <p:cNvPr id="9" name="Imagen 8">
              <a:extLst>
                <a:ext uri="{FF2B5EF4-FFF2-40B4-BE49-F238E27FC236}">
                  <a16:creationId xmlns:a16="http://schemas.microsoft.com/office/drawing/2014/main" id="{912588A2-5565-43B4-B8A5-A66F947333E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6605" y="6500042"/>
              <a:ext cx="2045944" cy="396000"/>
            </a:xfrm>
            <a:prstGeom prst="rect">
              <a:avLst/>
            </a:prstGeom>
          </p:spPr>
        </p:pic>
      </p:grpSp>
      <p:sp>
        <p:nvSpPr>
          <p:cNvPr id="11" name="Marcador de número de diapositiva 5">
            <a:extLst>
              <a:ext uri="{FF2B5EF4-FFF2-40B4-BE49-F238E27FC236}">
                <a16:creationId xmlns:a16="http://schemas.microsoft.com/office/drawing/2014/main" id="{4983EB47-5D7A-41F6-B48E-1DD24920578C}"/>
              </a:ext>
            </a:extLst>
          </p:cNvPr>
          <p:cNvSpPr>
            <a:spLocks noGrp="1"/>
          </p:cNvSpPr>
          <p:nvPr>
            <p:ph type="sldNum" sz="quarter" idx="4"/>
          </p:nvPr>
        </p:nvSpPr>
        <p:spPr>
          <a:xfrm>
            <a:off x="8801100" y="6469062"/>
            <a:ext cx="2743200" cy="365125"/>
          </a:xfrm>
          <a:prstGeom prst="rect">
            <a:avLst/>
          </a:prstGeom>
        </p:spPr>
        <p:txBody>
          <a:bodyPr/>
          <a:lstStyle>
            <a:lvl1pPr algn="r">
              <a:defRPr sz="1400">
                <a:solidFill>
                  <a:schemeClr val="tx1">
                    <a:lumMod val="65000"/>
                    <a:lumOff val="35000"/>
                  </a:schemeClr>
                </a:solidFill>
              </a:defRPr>
            </a:lvl1pPr>
          </a:lstStyle>
          <a:p>
            <a:fld id="{88E263F8-021D-4401-A2D8-15B9B6C6D974}" type="slidenum">
              <a:rPr lang="es-EC" smtClean="0"/>
              <a:pPr/>
              <a:t>‹Nº›</a:t>
            </a:fld>
            <a:endParaRPr lang="es-EC" dirty="0"/>
          </a:p>
        </p:txBody>
      </p:sp>
    </p:spTree>
    <p:extLst>
      <p:ext uri="{BB962C8B-B14F-4D97-AF65-F5344CB8AC3E}">
        <p14:creationId xmlns:p14="http://schemas.microsoft.com/office/powerpoint/2010/main" val="1345216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numpy.org/doc/" TargetMode="External"/><Relationship Id="rId2" Type="http://schemas.openxmlformats.org/officeDocument/2006/relationships/hyperlink" Target="https://pandas.pydata.org/docs/"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F967EBD6-7A10-4BC0-BEF6-0F524A932859}"/>
              </a:ext>
            </a:extLst>
          </p:cNvPr>
          <p:cNvSpPr>
            <a:spLocks noGrp="1"/>
          </p:cNvSpPr>
          <p:nvPr>
            <p:ph type="sldNum" sz="quarter" idx="12"/>
          </p:nvPr>
        </p:nvSpPr>
        <p:spPr/>
        <p:txBody>
          <a:bodyPr/>
          <a:lstStyle/>
          <a:p>
            <a:fld id="{88E263F8-021D-4401-A2D8-15B9B6C6D974}" type="slidenum">
              <a:rPr lang="es-EC" smtClean="0"/>
              <a:t>1</a:t>
            </a:fld>
            <a:endParaRPr lang="es-EC"/>
          </a:p>
        </p:txBody>
      </p:sp>
      <p:pic>
        <p:nvPicPr>
          <p:cNvPr id="4" name="Imagen 3">
            <a:extLst>
              <a:ext uri="{FF2B5EF4-FFF2-40B4-BE49-F238E27FC236}">
                <a16:creationId xmlns:a16="http://schemas.microsoft.com/office/drawing/2014/main" id="{A40AE4AE-A634-43D1-91C0-C5681EEA3D83}"/>
              </a:ext>
            </a:extLst>
          </p:cNvPr>
          <p:cNvPicPr>
            <a:picLocks noChangeAspect="1"/>
          </p:cNvPicPr>
          <p:nvPr/>
        </p:nvPicPr>
        <p:blipFill rotWithShape="1">
          <a:blip r:embed="rId3">
            <a:extLst>
              <a:ext uri="{28A0092B-C50C-407E-A947-70E740481C1C}">
                <a14:useLocalDpi xmlns:a14="http://schemas.microsoft.com/office/drawing/2010/main" val="0"/>
              </a:ext>
            </a:extLst>
          </a:blip>
          <a:srcRect b="11667"/>
          <a:stretch/>
        </p:blipFill>
        <p:spPr>
          <a:xfrm>
            <a:off x="0" y="0"/>
            <a:ext cx="12192000" cy="6858000"/>
          </a:xfrm>
          <a:prstGeom prst="rect">
            <a:avLst/>
          </a:prstGeom>
        </p:spPr>
      </p:pic>
      <p:pic>
        <p:nvPicPr>
          <p:cNvPr id="5" name="Imagen 4">
            <a:extLst>
              <a:ext uri="{FF2B5EF4-FFF2-40B4-BE49-F238E27FC236}">
                <a16:creationId xmlns:a16="http://schemas.microsoft.com/office/drawing/2014/main" id="{208545C7-5E68-4219-9F1E-0ECC992F4B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9050" y="137839"/>
            <a:ext cx="4640365" cy="741877"/>
          </a:xfrm>
          <a:prstGeom prst="rect">
            <a:avLst/>
          </a:prstGeom>
        </p:spPr>
      </p:pic>
      <p:sp>
        <p:nvSpPr>
          <p:cNvPr id="6" name="CuadroTexto 5">
            <a:extLst>
              <a:ext uri="{FF2B5EF4-FFF2-40B4-BE49-F238E27FC236}">
                <a16:creationId xmlns:a16="http://schemas.microsoft.com/office/drawing/2014/main" id="{6B1ACAC7-40AB-4BA7-AFAE-2F741BE22A2E}"/>
              </a:ext>
            </a:extLst>
          </p:cNvPr>
          <p:cNvSpPr txBox="1"/>
          <p:nvPr/>
        </p:nvSpPr>
        <p:spPr>
          <a:xfrm>
            <a:off x="247650" y="3638025"/>
            <a:ext cx="8069365" cy="461665"/>
          </a:xfrm>
          <a:prstGeom prst="rect">
            <a:avLst/>
          </a:prstGeom>
          <a:noFill/>
        </p:spPr>
        <p:txBody>
          <a:bodyPr wrap="square" rtlCol="0">
            <a:spAutoFit/>
          </a:bodyPr>
          <a:lstStyle/>
          <a:p>
            <a:r>
              <a:rPr lang="es-MX" sz="2400" dirty="0">
                <a:solidFill>
                  <a:schemeClr val="bg1"/>
                </a:solidFill>
              </a:rPr>
              <a:t>Grupo: Kevin Loor, Carola Gordillo e Ingrid Orta</a:t>
            </a:r>
          </a:p>
        </p:txBody>
      </p:sp>
      <p:sp>
        <p:nvSpPr>
          <p:cNvPr id="7" name="CuadroTexto 6">
            <a:extLst>
              <a:ext uri="{FF2B5EF4-FFF2-40B4-BE49-F238E27FC236}">
                <a16:creationId xmlns:a16="http://schemas.microsoft.com/office/drawing/2014/main" id="{1B69D84B-AA22-4339-828E-CA5BE70322EA}"/>
              </a:ext>
            </a:extLst>
          </p:cNvPr>
          <p:cNvSpPr txBox="1"/>
          <p:nvPr/>
        </p:nvSpPr>
        <p:spPr>
          <a:xfrm>
            <a:off x="9067800" y="6146230"/>
            <a:ext cx="2743200" cy="523220"/>
          </a:xfrm>
          <a:prstGeom prst="rect">
            <a:avLst/>
          </a:prstGeom>
          <a:noFill/>
        </p:spPr>
        <p:txBody>
          <a:bodyPr wrap="square" rtlCol="0">
            <a:spAutoFit/>
          </a:bodyPr>
          <a:lstStyle/>
          <a:p>
            <a:pPr algn="r"/>
            <a:r>
              <a:rPr lang="es-MX" sz="2800" dirty="0">
                <a:solidFill>
                  <a:schemeClr val="bg1"/>
                </a:solidFill>
              </a:rPr>
              <a:t>29 junio 2026</a:t>
            </a:r>
          </a:p>
        </p:txBody>
      </p:sp>
    </p:spTree>
    <p:extLst>
      <p:ext uri="{BB962C8B-B14F-4D97-AF65-F5344CB8AC3E}">
        <p14:creationId xmlns:p14="http://schemas.microsoft.com/office/powerpoint/2010/main" val="814457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291068-1E5A-4E7F-BE32-25CD3BB48C58}"/>
              </a:ext>
            </a:extLst>
          </p:cNvPr>
          <p:cNvSpPr>
            <a:spLocks noGrp="1"/>
          </p:cNvSpPr>
          <p:nvPr>
            <p:ph type="title"/>
          </p:nvPr>
        </p:nvSpPr>
        <p:spPr/>
        <p:txBody>
          <a:bodyPr/>
          <a:lstStyle/>
          <a:p>
            <a:r>
              <a:rPr lang="es-ES" dirty="0"/>
              <a:t>CONTENIDO</a:t>
            </a:r>
            <a:endParaRPr lang="es-EC" dirty="0"/>
          </a:p>
        </p:txBody>
      </p:sp>
      <p:sp>
        <p:nvSpPr>
          <p:cNvPr id="3" name="Marcador de contenido 2">
            <a:extLst>
              <a:ext uri="{FF2B5EF4-FFF2-40B4-BE49-F238E27FC236}">
                <a16:creationId xmlns:a16="http://schemas.microsoft.com/office/drawing/2014/main" id="{76FF80C1-7A7E-4801-9977-D704EB4A144F}"/>
              </a:ext>
            </a:extLst>
          </p:cNvPr>
          <p:cNvSpPr>
            <a:spLocks noGrp="1"/>
          </p:cNvSpPr>
          <p:nvPr>
            <p:ph idx="1"/>
          </p:nvPr>
        </p:nvSpPr>
        <p:spPr/>
        <p:txBody>
          <a:bodyPr>
            <a:normAutofit/>
          </a:bodyPr>
          <a:lstStyle/>
          <a:p>
            <a:r>
              <a:rPr lang="es-ES" dirty="0"/>
              <a:t>Objetivo del proyecto</a:t>
            </a:r>
          </a:p>
          <a:p>
            <a:r>
              <a:rPr lang="es-ES" dirty="0"/>
              <a:t>Carga y Preparación de datos</a:t>
            </a:r>
          </a:p>
          <a:p>
            <a:r>
              <a:rPr lang="es-ES" dirty="0"/>
              <a:t>Automatización del Análisis Exploratorio de Datos (EDA)</a:t>
            </a:r>
          </a:p>
          <a:p>
            <a:r>
              <a:rPr lang="es-MX" dirty="0"/>
              <a:t>Manipulación de Datos con Pandas</a:t>
            </a:r>
            <a:endParaRPr lang="es-ES" dirty="0"/>
          </a:p>
          <a:p>
            <a:r>
              <a:rPr lang="es-ES" dirty="0"/>
              <a:t>Visualización de Datos Automatizada</a:t>
            </a:r>
          </a:p>
          <a:p>
            <a:r>
              <a:rPr lang="es-ES" dirty="0"/>
              <a:t>Conclusiones y Recomendaciones</a:t>
            </a:r>
          </a:p>
          <a:p>
            <a:r>
              <a:rPr lang="es-ES" dirty="0"/>
              <a:t>Referencias Bibliográficas</a:t>
            </a:r>
            <a:endParaRPr lang="es-EC" dirty="0"/>
          </a:p>
        </p:txBody>
      </p:sp>
      <p:sp>
        <p:nvSpPr>
          <p:cNvPr id="4" name="Marcador de número de diapositiva 3">
            <a:extLst>
              <a:ext uri="{FF2B5EF4-FFF2-40B4-BE49-F238E27FC236}">
                <a16:creationId xmlns:a16="http://schemas.microsoft.com/office/drawing/2014/main" id="{140E8236-8025-4B74-9611-C6065E02CF14}"/>
              </a:ext>
            </a:extLst>
          </p:cNvPr>
          <p:cNvSpPr>
            <a:spLocks noGrp="1"/>
          </p:cNvSpPr>
          <p:nvPr>
            <p:ph type="sldNum" sz="quarter" idx="12"/>
          </p:nvPr>
        </p:nvSpPr>
        <p:spPr/>
        <p:txBody>
          <a:bodyPr/>
          <a:lstStyle/>
          <a:p>
            <a:fld id="{88E263F8-021D-4401-A2D8-15B9B6C6D974}" type="slidenum">
              <a:rPr lang="es-EC" smtClean="0"/>
              <a:pPr/>
              <a:t>2</a:t>
            </a:fld>
            <a:endParaRPr lang="es-EC" dirty="0"/>
          </a:p>
        </p:txBody>
      </p:sp>
    </p:spTree>
    <p:extLst>
      <p:ext uri="{BB962C8B-B14F-4D97-AF65-F5344CB8AC3E}">
        <p14:creationId xmlns:p14="http://schemas.microsoft.com/office/powerpoint/2010/main" val="2813545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CF876C0-3D4A-0E18-49C2-50F5989F4403}"/>
              </a:ext>
            </a:extLst>
          </p:cNvPr>
          <p:cNvSpPr/>
          <p:nvPr/>
        </p:nvSpPr>
        <p:spPr>
          <a:xfrm>
            <a:off x="0" y="0"/>
            <a:ext cx="12192000" cy="3743325"/>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 name="Título 1">
            <a:extLst>
              <a:ext uri="{FF2B5EF4-FFF2-40B4-BE49-F238E27FC236}">
                <a16:creationId xmlns:a16="http://schemas.microsoft.com/office/drawing/2014/main" id="{8748EF8C-94C2-FC47-4384-274D9D403CEE}"/>
              </a:ext>
            </a:extLst>
          </p:cNvPr>
          <p:cNvSpPr>
            <a:spLocks noGrp="1"/>
          </p:cNvSpPr>
          <p:nvPr>
            <p:ph type="title"/>
          </p:nvPr>
        </p:nvSpPr>
        <p:spPr>
          <a:xfrm>
            <a:off x="838200" y="746126"/>
            <a:ext cx="10515600" cy="3501022"/>
          </a:xfrm>
          <a:solidFill>
            <a:schemeClr val="bg1"/>
          </a:solidFill>
          <a:effectLst>
            <a:outerShdw blurRad="50800" dist="38100" dir="2700000" algn="tl" rotWithShape="0">
              <a:prstClr val="black">
                <a:alpha val="40000"/>
              </a:prstClr>
            </a:outerShdw>
          </a:effectLst>
        </p:spPr>
        <p:txBody>
          <a:bodyPr anchor="ctr">
            <a:normAutofit/>
          </a:bodyPr>
          <a:lstStyle/>
          <a:p>
            <a:pPr algn="ctr"/>
            <a:r>
              <a:rPr lang="en-US" sz="8000" b="1" dirty="0" err="1">
                <a:solidFill>
                  <a:schemeClr val="accent2">
                    <a:lumMod val="50000"/>
                  </a:schemeClr>
                </a:solidFill>
                <a:latin typeface="Century Gothic" panose="020B0502020202020204" pitchFamily="34" charset="0"/>
              </a:rPr>
              <a:t>Objetivo</a:t>
            </a:r>
            <a:r>
              <a:rPr lang="en-US" sz="8000" b="1" dirty="0">
                <a:solidFill>
                  <a:schemeClr val="accent2">
                    <a:lumMod val="50000"/>
                  </a:schemeClr>
                </a:solidFill>
                <a:latin typeface="Century Gothic" panose="020B0502020202020204" pitchFamily="34" charset="0"/>
              </a:rPr>
              <a:t> General</a:t>
            </a:r>
            <a:endParaRPr lang="es-EC" sz="8000" b="1" dirty="0">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C05E1C4A-E6DA-8E6A-D8BD-73211D2D5F64}"/>
              </a:ext>
            </a:extLst>
          </p:cNvPr>
          <p:cNvSpPr/>
          <p:nvPr/>
        </p:nvSpPr>
        <p:spPr>
          <a:xfrm>
            <a:off x="838200" y="5978525"/>
            <a:ext cx="10515600" cy="133350"/>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 name="Marcador de número de diapositiva 2">
            <a:extLst>
              <a:ext uri="{FF2B5EF4-FFF2-40B4-BE49-F238E27FC236}">
                <a16:creationId xmlns:a16="http://schemas.microsoft.com/office/drawing/2014/main" id="{AD9FB0AD-4A38-479A-AF47-3D3BB69DEBAC}"/>
              </a:ext>
            </a:extLst>
          </p:cNvPr>
          <p:cNvSpPr>
            <a:spLocks noGrp="1"/>
          </p:cNvSpPr>
          <p:nvPr>
            <p:ph type="sldNum" sz="quarter" idx="12"/>
          </p:nvPr>
        </p:nvSpPr>
        <p:spPr/>
        <p:txBody>
          <a:bodyPr/>
          <a:lstStyle/>
          <a:p>
            <a:fld id="{88E263F8-021D-4401-A2D8-15B9B6C6D974}" type="slidenum">
              <a:rPr lang="es-EC" smtClean="0"/>
              <a:pPr/>
              <a:t>3</a:t>
            </a:fld>
            <a:endParaRPr lang="es-EC" dirty="0"/>
          </a:p>
        </p:txBody>
      </p:sp>
      <p:sp>
        <p:nvSpPr>
          <p:cNvPr id="6" name="Título 1">
            <a:extLst>
              <a:ext uri="{FF2B5EF4-FFF2-40B4-BE49-F238E27FC236}">
                <a16:creationId xmlns:a16="http://schemas.microsoft.com/office/drawing/2014/main" id="{E5791C49-F4E9-4391-B3F9-7B83BB4E337D}"/>
              </a:ext>
            </a:extLst>
          </p:cNvPr>
          <p:cNvSpPr txBox="1">
            <a:spLocks/>
          </p:cNvSpPr>
          <p:nvPr/>
        </p:nvSpPr>
        <p:spPr>
          <a:xfrm>
            <a:off x="838200" y="4100511"/>
            <a:ext cx="10515600" cy="17740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s-MX" sz="2800" dirty="0"/>
              <a:t>El objetivo del proyecto es automatizar el proceso de carga, limpieza, análisis y visualización de un conjunto de datos climáticos mediante el uso de bucles y funciones, para mejorar la eficiencia y la reproducibilidad del análisis de la información.</a:t>
            </a:r>
            <a:endParaRPr lang="es-EC" sz="1100" dirty="0"/>
          </a:p>
        </p:txBody>
      </p:sp>
    </p:spTree>
    <p:extLst>
      <p:ext uri="{BB962C8B-B14F-4D97-AF65-F5344CB8AC3E}">
        <p14:creationId xmlns:p14="http://schemas.microsoft.com/office/powerpoint/2010/main" val="3786560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CF876C0-3D4A-0E18-49C2-50F5989F4403}"/>
              </a:ext>
            </a:extLst>
          </p:cNvPr>
          <p:cNvSpPr/>
          <p:nvPr/>
        </p:nvSpPr>
        <p:spPr>
          <a:xfrm>
            <a:off x="0" y="0"/>
            <a:ext cx="12192000" cy="3743325"/>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 name="Título 1">
            <a:extLst>
              <a:ext uri="{FF2B5EF4-FFF2-40B4-BE49-F238E27FC236}">
                <a16:creationId xmlns:a16="http://schemas.microsoft.com/office/drawing/2014/main" id="{8748EF8C-94C2-FC47-4384-274D9D403CEE}"/>
              </a:ext>
            </a:extLst>
          </p:cNvPr>
          <p:cNvSpPr>
            <a:spLocks noGrp="1"/>
          </p:cNvSpPr>
          <p:nvPr>
            <p:ph type="title"/>
          </p:nvPr>
        </p:nvSpPr>
        <p:spPr>
          <a:xfrm>
            <a:off x="838200" y="746125"/>
            <a:ext cx="10515600" cy="3743325"/>
          </a:xfrm>
          <a:solidFill>
            <a:schemeClr val="bg1"/>
          </a:solidFill>
          <a:effectLst>
            <a:outerShdw blurRad="50800" dist="38100" dir="2700000" algn="tl" rotWithShape="0">
              <a:prstClr val="black">
                <a:alpha val="40000"/>
              </a:prstClr>
            </a:outerShdw>
          </a:effectLst>
        </p:spPr>
        <p:txBody>
          <a:bodyPr anchor="ctr">
            <a:normAutofit/>
          </a:bodyPr>
          <a:lstStyle/>
          <a:p>
            <a:pPr algn="ctr"/>
            <a:r>
              <a:rPr lang="es-MX" sz="8000" b="1" dirty="0">
                <a:solidFill>
                  <a:schemeClr val="accent2">
                    <a:lumMod val="50000"/>
                  </a:schemeClr>
                </a:solidFill>
                <a:latin typeface="Century Gothic" panose="020B0502020202020204" pitchFamily="34" charset="0"/>
              </a:rPr>
              <a:t>Carga y Preparación de Datos</a:t>
            </a:r>
            <a:endParaRPr lang="es-EC" sz="12000" b="1" dirty="0">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C05E1C4A-E6DA-8E6A-D8BD-73211D2D5F64}"/>
              </a:ext>
            </a:extLst>
          </p:cNvPr>
          <p:cNvSpPr/>
          <p:nvPr/>
        </p:nvSpPr>
        <p:spPr>
          <a:xfrm>
            <a:off x="838200" y="5978525"/>
            <a:ext cx="10515600" cy="133350"/>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 name="Marcador de número de diapositiva 2">
            <a:extLst>
              <a:ext uri="{FF2B5EF4-FFF2-40B4-BE49-F238E27FC236}">
                <a16:creationId xmlns:a16="http://schemas.microsoft.com/office/drawing/2014/main" id="{AD9FB0AD-4A38-479A-AF47-3D3BB69DEBAC}"/>
              </a:ext>
            </a:extLst>
          </p:cNvPr>
          <p:cNvSpPr>
            <a:spLocks noGrp="1"/>
          </p:cNvSpPr>
          <p:nvPr>
            <p:ph type="sldNum" sz="quarter" idx="12"/>
          </p:nvPr>
        </p:nvSpPr>
        <p:spPr/>
        <p:txBody>
          <a:bodyPr/>
          <a:lstStyle/>
          <a:p>
            <a:fld id="{88E263F8-021D-4401-A2D8-15B9B6C6D974}" type="slidenum">
              <a:rPr lang="es-EC" smtClean="0"/>
              <a:pPr/>
              <a:t>4</a:t>
            </a:fld>
            <a:endParaRPr lang="es-EC" dirty="0"/>
          </a:p>
        </p:txBody>
      </p:sp>
    </p:spTree>
    <p:extLst>
      <p:ext uri="{BB962C8B-B14F-4D97-AF65-F5344CB8AC3E}">
        <p14:creationId xmlns:p14="http://schemas.microsoft.com/office/powerpoint/2010/main" val="1627186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AE78259E-4040-4DBE-B6A8-F40F18E3B522}"/>
              </a:ext>
            </a:extLst>
          </p:cNvPr>
          <p:cNvSpPr>
            <a:spLocks noGrp="1"/>
          </p:cNvSpPr>
          <p:nvPr>
            <p:ph type="sldNum" sz="quarter" idx="12"/>
          </p:nvPr>
        </p:nvSpPr>
        <p:spPr/>
        <p:txBody>
          <a:bodyPr/>
          <a:lstStyle/>
          <a:p>
            <a:fld id="{88E263F8-021D-4401-A2D8-15B9B6C6D974}" type="slidenum">
              <a:rPr lang="es-EC" smtClean="0"/>
              <a:t>5</a:t>
            </a:fld>
            <a:endParaRPr lang="es-EC"/>
          </a:p>
        </p:txBody>
      </p:sp>
      <p:pic>
        <p:nvPicPr>
          <p:cNvPr id="4" name="Imagen 3">
            <a:extLst>
              <a:ext uri="{FF2B5EF4-FFF2-40B4-BE49-F238E27FC236}">
                <a16:creationId xmlns:a16="http://schemas.microsoft.com/office/drawing/2014/main" id="{B9453C03-152B-473C-9F84-C01CB37C03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1112"/>
            <a:ext cx="12192000" cy="6858000"/>
          </a:xfrm>
          <a:prstGeom prst="rect">
            <a:avLst/>
          </a:prstGeom>
        </p:spPr>
      </p:pic>
    </p:spTree>
    <p:extLst>
      <p:ext uri="{BB962C8B-B14F-4D97-AF65-F5344CB8AC3E}">
        <p14:creationId xmlns:p14="http://schemas.microsoft.com/office/powerpoint/2010/main" val="685558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C3D7D2-302A-4E3C-9270-B34D1C8D4F56}"/>
              </a:ext>
            </a:extLst>
          </p:cNvPr>
          <p:cNvSpPr>
            <a:spLocks noGrp="1"/>
          </p:cNvSpPr>
          <p:nvPr>
            <p:ph type="title"/>
          </p:nvPr>
        </p:nvSpPr>
        <p:spPr/>
        <p:txBody>
          <a:bodyPr/>
          <a:lstStyle/>
          <a:p>
            <a:r>
              <a:rPr lang="es-ES" dirty="0"/>
              <a:t>Carga y Preparación de Datos</a:t>
            </a:r>
            <a:endParaRPr lang="es-EC" dirty="0"/>
          </a:p>
        </p:txBody>
      </p:sp>
      <p:sp>
        <p:nvSpPr>
          <p:cNvPr id="3" name="Marcador de contenido 2">
            <a:extLst>
              <a:ext uri="{FF2B5EF4-FFF2-40B4-BE49-F238E27FC236}">
                <a16:creationId xmlns:a16="http://schemas.microsoft.com/office/drawing/2014/main" id="{1D5F7F1C-E2F2-4497-9DF8-547B55E03383}"/>
              </a:ext>
            </a:extLst>
          </p:cNvPr>
          <p:cNvSpPr>
            <a:spLocks noGrp="1"/>
          </p:cNvSpPr>
          <p:nvPr>
            <p:ph idx="1"/>
          </p:nvPr>
        </p:nvSpPr>
        <p:spPr>
          <a:xfrm>
            <a:off x="838200" y="1825625"/>
            <a:ext cx="10839450" cy="4351338"/>
          </a:xfrm>
        </p:spPr>
        <p:txBody>
          <a:bodyPr>
            <a:normAutofit/>
          </a:bodyPr>
          <a:lstStyle/>
          <a:p>
            <a:r>
              <a:rPr lang="es-MX" sz="3200" dirty="0"/>
              <a:t>Durante esta etapa se desarrollaron funciones para:</a:t>
            </a:r>
          </a:p>
          <a:p>
            <a:pPr lvl="1"/>
            <a:r>
              <a:rPr lang="es-MX" sz="2800" dirty="0"/>
              <a:t>importar el archivo CSV mediante </a:t>
            </a:r>
            <a:r>
              <a:rPr lang="es-MX" sz="2800" b="1" dirty="0"/>
              <a:t>Pandas</a:t>
            </a:r>
            <a:r>
              <a:rPr lang="es-MX" sz="2800" dirty="0"/>
              <a:t> </a:t>
            </a:r>
          </a:p>
          <a:p>
            <a:pPr lvl="1"/>
            <a:r>
              <a:rPr lang="es-MX" sz="2800" dirty="0"/>
              <a:t>convertir fechas al formato adecuado </a:t>
            </a:r>
          </a:p>
          <a:p>
            <a:pPr lvl="1"/>
            <a:r>
              <a:rPr lang="es-MX" sz="2800" dirty="0"/>
              <a:t>eliminar registros duplicados </a:t>
            </a:r>
          </a:p>
          <a:p>
            <a:pPr lvl="1"/>
            <a:r>
              <a:rPr lang="es-MX" sz="2800" dirty="0"/>
              <a:t>validar tipos de datos </a:t>
            </a:r>
          </a:p>
          <a:p>
            <a:pPr lvl="1"/>
            <a:r>
              <a:rPr lang="es-MX" sz="2800" dirty="0"/>
              <a:t>verificar valores nulos </a:t>
            </a:r>
          </a:p>
          <a:p>
            <a:pPr lvl="1"/>
            <a:r>
              <a:rPr lang="es-MX" sz="2800" dirty="0"/>
              <a:t>generar un reporte de calidad del conjunto de datos </a:t>
            </a:r>
          </a:p>
          <a:p>
            <a:r>
              <a:rPr lang="es-MX" sz="3200" dirty="0"/>
              <a:t>El uso de funciones permitió reutilizar el código y automatizar el preprocesamiento.</a:t>
            </a:r>
          </a:p>
        </p:txBody>
      </p:sp>
      <p:sp>
        <p:nvSpPr>
          <p:cNvPr id="4" name="Marcador de número de diapositiva 3">
            <a:extLst>
              <a:ext uri="{FF2B5EF4-FFF2-40B4-BE49-F238E27FC236}">
                <a16:creationId xmlns:a16="http://schemas.microsoft.com/office/drawing/2014/main" id="{CBD08ED5-1C1C-4472-8064-768AA8F2D1E3}"/>
              </a:ext>
            </a:extLst>
          </p:cNvPr>
          <p:cNvSpPr>
            <a:spLocks noGrp="1"/>
          </p:cNvSpPr>
          <p:nvPr>
            <p:ph type="sldNum" sz="quarter" idx="12"/>
          </p:nvPr>
        </p:nvSpPr>
        <p:spPr/>
        <p:txBody>
          <a:bodyPr/>
          <a:lstStyle/>
          <a:p>
            <a:fld id="{88E263F8-021D-4401-A2D8-15B9B6C6D974}" type="slidenum">
              <a:rPr lang="es-EC" smtClean="0"/>
              <a:pPr/>
              <a:t>6</a:t>
            </a:fld>
            <a:endParaRPr lang="es-EC" dirty="0"/>
          </a:p>
        </p:txBody>
      </p:sp>
    </p:spTree>
    <p:extLst>
      <p:ext uri="{BB962C8B-B14F-4D97-AF65-F5344CB8AC3E}">
        <p14:creationId xmlns:p14="http://schemas.microsoft.com/office/powerpoint/2010/main" val="1568936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CF876C0-3D4A-0E18-49C2-50F5989F4403}"/>
              </a:ext>
            </a:extLst>
          </p:cNvPr>
          <p:cNvSpPr/>
          <p:nvPr/>
        </p:nvSpPr>
        <p:spPr>
          <a:xfrm>
            <a:off x="0" y="0"/>
            <a:ext cx="12192000" cy="3743325"/>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 name="Título 1">
            <a:extLst>
              <a:ext uri="{FF2B5EF4-FFF2-40B4-BE49-F238E27FC236}">
                <a16:creationId xmlns:a16="http://schemas.microsoft.com/office/drawing/2014/main" id="{8748EF8C-94C2-FC47-4384-274D9D403CEE}"/>
              </a:ext>
            </a:extLst>
          </p:cNvPr>
          <p:cNvSpPr>
            <a:spLocks noGrp="1"/>
          </p:cNvSpPr>
          <p:nvPr>
            <p:ph type="title"/>
          </p:nvPr>
        </p:nvSpPr>
        <p:spPr>
          <a:xfrm>
            <a:off x="838200" y="746125"/>
            <a:ext cx="10515600" cy="3743325"/>
          </a:xfrm>
          <a:solidFill>
            <a:schemeClr val="bg1"/>
          </a:solidFill>
          <a:effectLst>
            <a:outerShdw blurRad="50800" dist="38100" dir="2700000" algn="tl" rotWithShape="0">
              <a:prstClr val="black">
                <a:alpha val="40000"/>
              </a:prstClr>
            </a:outerShdw>
          </a:effectLst>
        </p:spPr>
        <p:txBody>
          <a:bodyPr anchor="ctr">
            <a:noAutofit/>
          </a:bodyPr>
          <a:lstStyle/>
          <a:p>
            <a:pPr algn="ctr"/>
            <a:r>
              <a:rPr lang="en-US" sz="8000" b="1" dirty="0" err="1">
                <a:solidFill>
                  <a:schemeClr val="accent2">
                    <a:lumMod val="50000"/>
                  </a:schemeClr>
                </a:solidFill>
                <a:latin typeface="Century Gothic" panose="020B0502020202020204" pitchFamily="34" charset="0"/>
              </a:rPr>
              <a:t>Automatización</a:t>
            </a:r>
            <a:r>
              <a:rPr lang="en-US" sz="8000" b="1" dirty="0">
                <a:solidFill>
                  <a:schemeClr val="accent2">
                    <a:lumMod val="50000"/>
                  </a:schemeClr>
                </a:solidFill>
                <a:latin typeface="Century Gothic" panose="020B0502020202020204" pitchFamily="34" charset="0"/>
              </a:rPr>
              <a:t> del </a:t>
            </a:r>
            <a:r>
              <a:rPr lang="en-US" sz="8000" b="1" dirty="0" err="1">
                <a:solidFill>
                  <a:schemeClr val="accent2">
                    <a:lumMod val="50000"/>
                  </a:schemeClr>
                </a:solidFill>
                <a:latin typeface="Century Gothic" panose="020B0502020202020204" pitchFamily="34" charset="0"/>
              </a:rPr>
              <a:t>Análisis</a:t>
            </a:r>
            <a:r>
              <a:rPr lang="en-US" sz="8000" b="1" dirty="0">
                <a:solidFill>
                  <a:schemeClr val="accent2">
                    <a:lumMod val="50000"/>
                  </a:schemeClr>
                </a:solidFill>
                <a:latin typeface="Century Gothic" panose="020B0502020202020204" pitchFamily="34" charset="0"/>
              </a:rPr>
              <a:t> </a:t>
            </a:r>
            <a:r>
              <a:rPr lang="en-US" sz="8000" b="1" dirty="0" err="1">
                <a:solidFill>
                  <a:schemeClr val="accent2">
                    <a:lumMod val="50000"/>
                  </a:schemeClr>
                </a:solidFill>
                <a:latin typeface="Century Gothic" panose="020B0502020202020204" pitchFamily="34" charset="0"/>
              </a:rPr>
              <a:t>Exploratorio</a:t>
            </a:r>
            <a:r>
              <a:rPr lang="en-US" sz="8000" b="1" dirty="0">
                <a:solidFill>
                  <a:schemeClr val="accent2">
                    <a:lumMod val="50000"/>
                  </a:schemeClr>
                </a:solidFill>
                <a:latin typeface="Century Gothic" panose="020B0502020202020204" pitchFamily="34" charset="0"/>
              </a:rPr>
              <a:t> de </a:t>
            </a:r>
            <a:r>
              <a:rPr lang="en-US" sz="8000" b="1" dirty="0" err="1">
                <a:solidFill>
                  <a:schemeClr val="accent2">
                    <a:lumMod val="50000"/>
                  </a:schemeClr>
                </a:solidFill>
                <a:latin typeface="Century Gothic" panose="020B0502020202020204" pitchFamily="34" charset="0"/>
              </a:rPr>
              <a:t>Datos</a:t>
            </a:r>
            <a:r>
              <a:rPr lang="en-US" sz="8000" b="1" dirty="0">
                <a:solidFill>
                  <a:schemeClr val="accent2">
                    <a:lumMod val="50000"/>
                  </a:schemeClr>
                </a:solidFill>
                <a:latin typeface="Century Gothic" panose="020B0502020202020204" pitchFamily="34" charset="0"/>
              </a:rPr>
              <a:t> (EDA)</a:t>
            </a:r>
            <a:endParaRPr lang="es-EC" sz="8000" b="1" dirty="0">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C05E1C4A-E6DA-8E6A-D8BD-73211D2D5F64}"/>
              </a:ext>
            </a:extLst>
          </p:cNvPr>
          <p:cNvSpPr/>
          <p:nvPr/>
        </p:nvSpPr>
        <p:spPr>
          <a:xfrm>
            <a:off x="838200" y="5978525"/>
            <a:ext cx="10515600" cy="133350"/>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 name="Marcador de número de diapositiva 2">
            <a:extLst>
              <a:ext uri="{FF2B5EF4-FFF2-40B4-BE49-F238E27FC236}">
                <a16:creationId xmlns:a16="http://schemas.microsoft.com/office/drawing/2014/main" id="{AD9FB0AD-4A38-479A-AF47-3D3BB69DEBAC}"/>
              </a:ext>
            </a:extLst>
          </p:cNvPr>
          <p:cNvSpPr>
            <a:spLocks noGrp="1"/>
          </p:cNvSpPr>
          <p:nvPr>
            <p:ph type="sldNum" sz="quarter" idx="12"/>
          </p:nvPr>
        </p:nvSpPr>
        <p:spPr/>
        <p:txBody>
          <a:bodyPr/>
          <a:lstStyle/>
          <a:p>
            <a:fld id="{88E263F8-021D-4401-A2D8-15B9B6C6D974}" type="slidenum">
              <a:rPr lang="es-EC" smtClean="0"/>
              <a:pPr/>
              <a:t>7</a:t>
            </a:fld>
            <a:endParaRPr lang="es-EC" dirty="0"/>
          </a:p>
        </p:txBody>
      </p:sp>
    </p:spTree>
    <p:extLst>
      <p:ext uri="{BB962C8B-B14F-4D97-AF65-F5344CB8AC3E}">
        <p14:creationId xmlns:p14="http://schemas.microsoft.com/office/powerpoint/2010/main" val="3415723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87F24A-5409-4486-BE33-54671F1B001C}"/>
              </a:ext>
            </a:extLst>
          </p:cNvPr>
          <p:cNvSpPr>
            <a:spLocks noGrp="1"/>
          </p:cNvSpPr>
          <p:nvPr>
            <p:ph type="title"/>
          </p:nvPr>
        </p:nvSpPr>
        <p:spPr/>
        <p:txBody>
          <a:bodyPr/>
          <a:lstStyle/>
          <a:p>
            <a:r>
              <a:rPr lang="es-EC" dirty="0"/>
              <a:t>Automatización del EDA</a:t>
            </a:r>
          </a:p>
        </p:txBody>
      </p:sp>
      <p:sp>
        <p:nvSpPr>
          <p:cNvPr id="3" name="Marcador de contenido 2">
            <a:extLst>
              <a:ext uri="{FF2B5EF4-FFF2-40B4-BE49-F238E27FC236}">
                <a16:creationId xmlns:a16="http://schemas.microsoft.com/office/drawing/2014/main" id="{FCE62560-C3A1-4368-BCE9-3B1877F2B5E9}"/>
              </a:ext>
            </a:extLst>
          </p:cNvPr>
          <p:cNvSpPr>
            <a:spLocks noGrp="1"/>
          </p:cNvSpPr>
          <p:nvPr>
            <p:ph idx="1"/>
          </p:nvPr>
        </p:nvSpPr>
        <p:spPr>
          <a:xfrm>
            <a:off x="838200" y="1825625"/>
            <a:ext cx="10515600" cy="4667250"/>
          </a:xfrm>
        </p:spPr>
        <p:txBody>
          <a:bodyPr>
            <a:normAutofit/>
          </a:bodyPr>
          <a:lstStyle/>
          <a:p>
            <a:r>
              <a:rPr lang="es-MX" dirty="0"/>
              <a:t>Se implementaron funciones que calculan automáticamente:</a:t>
            </a:r>
          </a:p>
          <a:p>
            <a:pPr lvl="1"/>
            <a:r>
              <a:rPr lang="es-MX" dirty="0"/>
              <a:t>Media</a:t>
            </a:r>
          </a:p>
          <a:p>
            <a:pPr lvl="1"/>
            <a:r>
              <a:rPr lang="es-MX" dirty="0"/>
              <a:t>mediana</a:t>
            </a:r>
          </a:p>
          <a:p>
            <a:pPr lvl="1"/>
            <a:r>
              <a:rPr lang="es-MX" dirty="0"/>
              <a:t>desviación estándar</a:t>
            </a:r>
          </a:p>
          <a:p>
            <a:pPr lvl="1"/>
            <a:r>
              <a:rPr lang="es-MX" dirty="0"/>
              <a:t>Mínimo</a:t>
            </a:r>
          </a:p>
          <a:p>
            <a:pPr lvl="1"/>
            <a:r>
              <a:rPr lang="es-MX" dirty="0"/>
              <a:t>máximo</a:t>
            </a:r>
          </a:p>
          <a:p>
            <a:r>
              <a:rPr lang="es-MX" dirty="0"/>
              <a:t>Además se desarrollaron consultas automáticas para responder preguntas específicas, como:</a:t>
            </a:r>
          </a:p>
          <a:p>
            <a:pPr lvl="1"/>
            <a:r>
              <a:rPr lang="es-MX" dirty="0"/>
              <a:t>ciudad con mayor temperatura promedio</a:t>
            </a:r>
          </a:p>
          <a:p>
            <a:pPr lvl="1"/>
            <a:r>
              <a:rPr lang="es-MX" dirty="0"/>
              <a:t>año con mayor precipitación</a:t>
            </a:r>
          </a:p>
          <a:p>
            <a:pPr lvl="1"/>
            <a:r>
              <a:rPr lang="es-MX" dirty="0"/>
              <a:t>ciudad con mayores velocidades del viento</a:t>
            </a:r>
            <a:endParaRPr lang="es-EC" dirty="0"/>
          </a:p>
        </p:txBody>
      </p:sp>
      <p:sp>
        <p:nvSpPr>
          <p:cNvPr id="4" name="Marcador de número de diapositiva 3">
            <a:extLst>
              <a:ext uri="{FF2B5EF4-FFF2-40B4-BE49-F238E27FC236}">
                <a16:creationId xmlns:a16="http://schemas.microsoft.com/office/drawing/2014/main" id="{2A540C51-B2A0-4E79-A7A1-A76B565DFA51}"/>
              </a:ext>
            </a:extLst>
          </p:cNvPr>
          <p:cNvSpPr>
            <a:spLocks noGrp="1"/>
          </p:cNvSpPr>
          <p:nvPr>
            <p:ph type="sldNum" sz="quarter" idx="12"/>
          </p:nvPr>
        </p:nvSpPr>
        <p:spPr/>
        <p:txBody>
          <a:bodyPr/>
          <a:lstStyle/>
          <a:p>
            <a:fld id="{88E263F8-021D-4401-A2D8-15B9B6C6D974}" type="slidenum">
              <a:rPr lang="es-EC" smtClean="0"/>
              <a:pPr/>
              <a:t>8</a:t>
            </a:fld>
            <a:endParaRPr lang="es-EC" dirty="0"/>
          </a:p>
        </p:txBody>
      </p:sp>
      <p:pic>
        <p:nvPicPr>
          <p:cNvPr id="5" name="Imagen 4">
            <a:extLst>
              <a:ext uri="{FF2B5EF4-FFF2-40B4-BE49-F238E27FC236}">
                <a16:creationId xmlns:a16="http://schemas.microsoft.com/office/drawing/2014/main" id="{31716744-F1DD-48D2-A4F4-B5141BED8BDC}"/>
              </a:ext>
            </a:extLst>
          </p:cNvPr>
          <p:cNvPicPr>
            <a:picLocks noChangeAspect="1"/>
          </p:cNvPicPr>
          <p:nvPr/>
        </p:nvPicPr>
        <p:blipFill>
          <a:blip r:embed="rId3"/>
          <a:stretch>
            <a:fillRect/>
          </a:stretch>
        </p:blipFill>
        <p:spPr>
          <a:xfrm>
            <a:off x="628650" y="42336"/>
            <a:ext cx="10725150" cy="6291790"/>
          </a:xfrm>
          <a:prstGeom prst="rect">
            <a:avLst/>
          </a:prstGeom>
        </p:spPr>
      </p:pic>
    </p:spTree>
    <p:extLst>
      <p:ext uri="{BB962C8B-B14F-4D97-AF65-F5344CB8AC3E}">
        <p14:creationId xmlns:p14="http://schemas.microsoft.com/office/powerpoint/2010/main" val="544496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CF876C0-3D4A-0E18-49C2-50F5989F4403}"/>
              </a:ext>
            </a:extLst>
          </p:cNvPr>
          <p:cNvSpPr/>
          <p:nvPr/>
        </p:nvSpPr>
        <p:spPr>
          <a:xfrm>
            <a:off x="0" y="0"/>
            <a:ext cx="12192000" cy="3743325"/>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 name="Título 1">
            <a:extLst>
              <a:ext uri="{FF2B5EF4-FFF2-40B4-BE49-F238E27FC236}">
                <a16:creationId xmlns:a16="http://schemas.microsoft.com/office/drawing/2014/main" id="{8748EF8C-94C2-FC47-4384-274D9D403CEE}"/>
              </a:ext>
            </a:extLst>
          </p:cNvPr>
          <p:cNvSpPr>
            <a:spLocks noGrp="1"/>
          </p:cNvSpPr>
          <p:nvPr>
            <p:ph type="title"/>
          </p:nvPr>
        </p:nvSpPr>
        <p:spPr>
          <a:xfrm>
            <a:off x="838200" y="746125"/>
            <a:ext cx="10515600" cy="3743325"/>
          </a:xfrm>
          <a:solidFill>
            <a:schemeClr val="bg1"/>
          </a:solidFill>
          <a:effectLst>
            <a:outerShdw blurRad="50800" dist="38100" dir="2700000" algn="tl" rotWithShape="0">
              <a:prstClr val="black">
                <a:alpha val="40000"/>
              </a:prstClr>
            </a:outerShdw>
          </a:effectLst>
        </p:spPr>
        <p:txBody>
          <a:bodyPr anchor="ctr">
            <a:normAutofit/>
          </a:bodyPr>
          <a:lstStyle/>
          <a:p>
            <a:pPr algn="ctr"/>
            <a:r>
              <a:rPr lang="en-US" sz="8000" b="1" dirty="0" err="1">
                <a:solidFill>
                  <a:schemeClr val="accent2">
                    <a:lumMod val="50000"/>
                  </a:schemeClr>
                </a:solidFill>
                <a:latin typeface="Century Gothic" panose="020B0502020202020204" pitchFamily="34" charset="0"/>
              </a:rPr>
              <a:t>Manipulación</a:t>
            </a:r>
            <a:r>
              <a:rPr lang="en-US" sz="8000" b="1" dirty="0">
                <a:solidFill>
                  <a:schemeClr val="accent2">
                    <a:lumMod val="50000"/>
                  </a:schemeClr>
                </a:solidFill>
                <a:latin typeface="Century Gothic" panose="020B0502020202020204" pitchFamily="34" charset="0"/>
              </a:rPr>
              <a:t> de </a:t>
            </a:r>
            <a:r>
              <a:rPr lang="en-US" sz="8000" b="1" dirty="0" err="1">
                <a:solidFill>
                  <a:schemeClr val="accent2">
                    <a:lumMod val="50000"/>
                  </a:schemeClr>
                </a:solidFill>
                <a:latin typeface="Century Gothic" panose="020B0502020202020204" pitchFamily="34" charset="0"/>
              </a:rPr>
              <a:t>datos</a:t>
            </a:r>
            <a:r>
              <a:rPr lang="en-US" sz="8000" b="1" dirty="0">
                <a:solidFill>
                  <a:schemeClr val="accent2">
                    <a:lumMod val="50000"/>
                  </a:schemeClr>
                </a:solidFill>
                <a:latin typeface="Century Gothic" panose="020B0502020202020204" pitchFamily="34" charset="0"/>
              </a:rPr>
              <a:t> con Pandas</a:t>
            </a:r>
            <a:endParaRPr lang="es-EC" sz="8000" b="1" dirty="0">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C05E1C4A-E6DA-8E6A-D8BD-73211D2D5F64}"/>
              </a:ext>
            </a:extLst>
          </p:cNvPr>
          <p:cNvSpPr/>
          <p:nvPr/>
        </p:nvSpPr>
        <p:spPr>
          <a:xfrm>
            <a:off x="838200" y="5978525"/>
            <a:ext cx="10515600" cy="133350"/>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 name="Marcador de número de diapositiva 2">
            <a:extLst>
              <a:ext uri="{FF2B5EF4-FFF2-40B4-BE49-F238E27FC236}">
                <a16:creationId xmlns:a16="http://schemas.microsoft.com/office/drawing/2014/main" id="{AD9FB0AD-4A38-479A-AF47-3D3BB69DEBAC}"/>
              </a:ext>
            </a:extLst>
          </p:cNvPr>
          <p:cNvSpPr>
            <a:spLocks noGrp="1"/>
          </p:cNvSpPr>
          <p:nvPr>
            <p:ph type="sldNum" sz="quarter" idx="12"/>
          </p:nvPr>
        </p:nvSpPr>
        <p:spPr/>
        <p:txBody>
          <a:bodyPr/>
          <a:lstStyle/>
          <a:p>
            <a:fld id="{88E263F8-021D-4401-A2D8-15B9B6C6D974}" type="slidenum">
              <a:rPr lang="es-EC" smtClean="0"/>
              <a:pPr/>
              <a:t>9</a:t>
            </a:fld>
            <a:endParaRPr lang="es-EC" dirty="0"/>
          </a:p>
        </p:txBody>
      </p:sp>
    </p:spTree>
    <p:extLst>
      <p:ext uri="{BB962C8B-B14F-4D97-AF65-F5344CB8AC3E}">
        <p14:creationId xmlns:p14="http://schemas.microsoft.com/office/powerpoint/2010/main" val="2179799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02A650-15F5-4A88-8497-41A584E9A169}"/>
              </a:ext>
            </a:extLst>
          </p:cNvPr>
          <p:cNvSpPr>
            <a:spLocks noGrp="1"/>
          </p:cNvSpPr>
          <p:nvPr>
            <p:ph type="title"/>
          </p:nvPr>
        </p:nvSpPr>
        <p:spPr/>
        <p:txBody>
          <a:bodyPr/>
          <a:lstStyle/>
          <a:p>
            <a:r>
              <a:rPr lang="es-MX" dirty="0"/>
              <a:t>Manipulación de datos con Pandas</a:t>
            </a:r>
            <a:endParaRPr lang="es-EC" dirty="0"/>
          </a:p>
        </p:txBody>
      </p:sp>
      <p:sp>
        <p:nvSpPr>
          <p:cNvPr id="4" name="Marcador de número de diapositiva 3">
            <a:extLst>
              <a:ext uri="{FF2B5EF4-FFF2-40B4-BE49-F238E27FC236}">
                <a16:creationId xmlns:a16="http://schemas.microsoft.com/office/drawing/2014/main" id="{F63D8464-AFA0-48DD-8243-80E45334D6B9}"/>
              </a:ext>
            </a:extLst>
          </p:cNvPr>
          <p:cNvSpPr>
            <a:spLocks noGrp="1"/>
          </p:cNvSpPr>
          <p:nvPr>
            <p:ph type="sldNum" sz="quarter" idx="12"/>
          </p:nvPr>
        </p:nvSpPr>
        <p:spPr/>
        <p:txBody>
          <a:bodyPr/>
          <a:lstStyle/>
          <a:p>
            <a:fld id="{88E263F8-021D-4401-A2D8-15B9B6C6D974}" type="slidenum">
              <a:rPr lang="es-EC" smtClean="0"/>
              <a:pPr/>
              <a:t>10</a:t>
            </a:fld>
            <a:endParaRPr lang="es-EC" dirty="0"/>
          </a:p>
        </p:txBody>
      </p:sp>
      <p:sp>
        <p:nvSpPr>
          <p:cNvPr id="5" name="Rectangle 1">
            <a:extLst>
              <a:ext uri="{FF2B5EF4-FFF2-40B4-BE49-F238E27FC236}">
                <a16:creationId xmlns:a16="http://schemas.microsoft.com/office/drawing/2014/main" id="{EA1BFB49-E58E-4427-80F0-8E6F3FF6FD2A}"/>
              </a:ext>
            </a:extLst>
          </p:cNvPr>
          <p:cNvSpPr>
            <a:spLocks noGrp="1" noChangeArrowheads="1"/>
          </p:cNvSpPr>
          <p:nvPr>
            <p:ph idx="1"/>
          </p:nvPr>
        </p:nvSpPr>
        <p:spPr bwMode="auto">
          <a:xfrm>
            <a:off x="838200" y="2046915"/>
            <a:ext cx="8058150"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s-EC" altLang="es-EC" sz="3200" dirty="0">
                <a:latin typeface="Arial" panose="020B0604020202020204" pitchFamily="34" charset="0"/>
              </a:rPr>
              <a:t>La manipulación del </a:t>
            </a:r>
            <a:r>
              <a:rPr lang="es-EC" altLang="es-EC" sz="3200" dirty="0" err="1">
                <a:latin typeface="Arial" panose="020B0604020202020204" pitchFamily="34" charset="0"/>
              </a:rPr>
              <a:t>DataFrame</a:t>
            </a:r>
            <a:r>
              <a:rPr lang="es-EC" altLang="es-EC" sz="3200" dirty="0">
                <a:latin typeface="Arial" panose="020B0604020202020204" pitchFamily="34" charset="0"/>
              </a:rPr>
              <a:t> incluyó:</a:t>
            </a:r>
          </a:p>
          <a:p>
            <a:pPr lvl="1" eaLnBrk="0" fontAlgn="base" hangingPunct="0">
              <a:lnSpc>
                <a:spcPct val="100000"/>
              </a:lnSpc>
              <a:spcBef>
                <a:spcPct val="0"/>
              </a:spcBef>
              <a:spcAft>
                <a:spcPct val="0"/>
              </a:spcAft>
            </a:pPr>
            <a:r>
              <a:rPr lang="es-EC" altLang="es-EC" dirty="0">
                <a:latin typeface="Arial" panose="020B0604020202020204" pitchFamily="34" charset="0"/>
              </a:rPr>
              <a:t>agrupamientos mediante </a:t>
            </a:r>
            <a:r>
              <a:rPr lang="es-EC" altLang="es-EC" dirty="0" err="1">
                <a:latin typeface="Arial" panose="020B0604020202020204" pitchFamily="34" charset="0"/>
              </a:rPr>
              <a:t>groupby</a:t>
            </a:r>
            <a:r>
              <a:rPr lang="es-EC" altLang="es-EC" dirty="0">
                <a:latin typeface="Arial" panose="020B0604020202020204" pitchFamily="34" charset="0"/>
              </a:rPr>
              <a:t>() </a:t>
            </a:r>
          </a:p>
          <a:p>
            <a:pPr lvl="1" eaLnBrk="0" fontAlgn="base" hangingPunct="0">
              <a:lnSpc>
                <a:spcPct val="100000"/>
              </a:lnSpc>
              <a:spcBef>
                <a:spcPct val="0"/>
              </a:spcBef>
              <a:spcAft>
                <a:spcPct val="0"/>
              </a:spcAft>
            </a:pPr>
            <a:r>
              <a:rPr lang="es-EC" altLang="es-EC" dirty="0">
                <a:latin typeface="Arial" panose="020B0604020202020204" pitchFamily="34" charset="0"/>
              </a:rPr>
              <a:t>agregaciones estadísticas </a:t>
            </a:r>
          </a:p>
          <a:p>
            <a:pPr lvl="1" eaLnBrk="0" fontAlgn="base" hangingPunct="0">
              <a:lnSpc>
                <a:spcPct val="100000"/>
              </a:lnSpc>
              <a:spcBef>
                <a:spcPct val="0"/>
              </a:spcBef>
              <a:spcAft>
                <a:spcPct val="0"/>
              </a:spcAft>
            </a:pPr>
            <a:r>
              <a:rPr lang="es-EC" altLang="es-EC" dirty="0">
                <a:latin typeface="Arial" panose="020B0604020202020204" pitchFamily="34" charset="0"/>
              </a:rPr>
              <a:t>filtros por condiciones climáticas </a:t>
            </a:r>
          </a:p>
          <a:p>
            <a:pPr lvl="1" eaLnBrk="0" fontAlgn="base" hangingPunct="0">
              <a:lnSpc>
                <a:spcPct val="100000"/>
              </a:lnSpc>
              <a:spcBef>
                <a:spcPct val="0"/>
              </a:spcBef>
              <a:spcAft>
                <a:spcPct val="0"/>
              </a:spcAft>
            </a:pPr>
            <a:r>
              <a:rPr lang="es-EC" altLang="es-EC" dirty="0">
                <a:latin typeface="Arial" panose="020B0604020202020204" pitchFamily="34" charset="0"/>
              </a:rPr>
              <a:t>creación de nuevas variables derivadas </a:t>
            </a:r>
          </a:p>
          <a:p>
            <a:pPr lvl="1" eaLnBrk="0" fontAlgn="base" hangingPunct="0">
              <a:lnSpc>
                <a:spcPct val="100000"/>
              </a:lnSpc>
              <a:spcBef>
                <a:spcPct val="0"/>
              </a:spcBef>
              <a:spcAft>
                <a:spcPct val="0"/>
              </a:spcAft>
            </a:pPr>
            <a:r>
              <a:rPr lang="es-EC" altLang="es-EC" dirty="0">
                <a:latin typeface="Arial" panose="020B0604020202020204" pitchFamily="34" charset="0"/>
              </a:rPr>
              <a:t>exportación de resultados a Excel </a:t>
            </a:r>
          </a:p>
          <a:p>
            <a:pPr eaLnBrk="0" fontAlgn="base" hangingPunct="0">
              <a:lnSpc>
                <a:spcPct val="100000"/>
              </a:lnSpc>
              <a:spcBef>
                <a:spcPct val="0"/>
              </a:spcBef>
              <a:spcAft>
                <a:spcPct val="0"/>
              </a:spcAft>
            </a:pPr>
            <a:r>
              <a:rPr lang="es-EC" altLang="es-EC" sz="3200" dirty="0">
                <a:latin typeface="Arial" panose="020B0604020202020204" pitchFamily="34" charset="0"/>
              </a:rPr>
              <a:t>Estas operaciones permiten transformar los datos originales en información útil para el análisis.</a:t>
            </a:r>
          </a:p>
        </p:txBody>
      </p:sp>
    </p:spTree>
    <p:extLst>
      <p:ext uri="{BB962C8B-B14F-4D97-AF65-F5344CB8AC3E}">
        <p14:creationId xmlns:p14="http://schemas.microsoft.com/office/powerpoint/2010/main" val="559885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CF876C0-3D4A-0E18-49C2-50F5989F4403}"/>
              </a:ext>
            </a:extLst>
          </p:cNvPr>
          <p:cNvSpPr/>
          <p:nvPr/>
        </p:nvSpPr>
        <p:spPr>
          <a:xfrm>
            <a:off x="0" y="0"/>
            <a:ext cx="12192000" cy="3743325"/>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 name="Título 1">
            <a:extLst>
              <a:ext uri="{FF2B5EF4-FFF2-40B4-BE49-F238E27FC236}">
                <a16:creationId xmlns:a16="http://schemas.microsoft.com/office/drawing/2014/main" id="{8748EF8C-94C2-FC47-4384-274D9D403CEE}"/>
              </a:ext>
            </a:extLst>
          </p:cNvPr>
          <p:cNvSpPr>
            <a:spLocks noGrp="1"/>
          </p:cNvSpPr>
          <p:nvPr>
            <p:ph type="title"/>
          </p:nvPr>
        </p:nvSpPr>
        <p:spPr>
          <a:xfrm>
            <a:off x="838200" y="746125"/>
            <a:ext cx="10515600" cy="3743325"/>
          </a:xfrm>
          <a:solidFill>
            <a:schemeClr val="bg1"/>
          </a:solidFill>
          <a:effectLst>
            <a:outerShdw blurRad="50800" dist="38100" dir="2700000" algn="tl" rotWithShape="0">
              <a:prstClr val="black">
                <a:alpha val="40000"/>
              </a:prstClr>
            </a:outerShdw>
          </a:effectLst>
        </p:spPr>
        <p:txBody>
          <a:bodyPr anchor="ctr">
            <a:normAutofit/>
          </a:bodyPr>
          <a:lstStyle/>
          <a:p>
            <a:pPr algn="ctr"/>
            <a:r>
              <a:rPr lang="en-US" sz="8000" b="1" dirty="0" err="1">
                <a:solidFill>
                  <a:schemeClr val="accent2">
                    <a:lumMod val="50000"/>
                  </a:schemeClr>
                </a:solidFill>
                <a:latin typeface="Century Gothic" panose="020B0502020202020204" pitchFamily="34" charset="0"/>
              </a:rPr>
              <a:t>Visualización</a:t>
            </a:r>
            <a:r>
              <a:rPr lang="en-US" sz="8000" b="1" dirty="0">
                <a:solidFill>
                  <a:schemeClr val="accent2">
                    <a:lumMod val="50000"/>
                  </a:schemeClr>
                </a:solidFill>
                <a:latin typeface="Century Gothic" panose="020B0502020202020204" pitchFamily="34" charset="0"/>
              </a:rPr>
              <a:t> de </a:t>
            </a:r>
            <a:r>
              <a:rPr lang="en-US" sz="8000" b="1" dirty="0" err="1">
                <a:solidFill>
                  <a:schemeClr val="accent2">
                    <a:lumMod val="50000"/>
                  </a:schemeClr>
                </a:solidFill>
                <a:latin typeface="Century Gothic" panose="020B0502020202020204" pitchFamily="34" charset="0"/>
              </a:rPr>
              <a:t>Datos</a:t>
            </a:r>
            <a:r>
              <a:rPr lang="en-US" sz="8000" b="1" dirty="0">
                <a:solidFill>
                  <a:schemeClr val="accent2">
                    <a:lumMod val="50000"/>
                  </a:schemeClr>
                </a:solidFill>
                <a:latin typeface="Century Gothic" panose="020B0502020202020204" pitchFamily="34" charset="0"/>
              </a:rPr>
              <a:t> </a:t>
            </a:r>
            <a:r>
              <a:rPr lang="en-US" sz="8000" b="1" dirty="0" err="1">
                <a:solidFill>
                  <a:schemeClr val="accent2">
                    <a:lumMod val="50000"/>
                  </a:schemeClr>
                </a:solidFill>
                <a:latin typeface="Century Gothic" panose="020B0502020202020204" pitchFamily="34" charset="0"/>
              </a:rPr>
              <a:t>Automatizada</a:t>
            </a:r>
            <a:endParaRPr lang="es-EC" sz="8000" b="1" dirty="0">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C05E1C4A-E6DA-8E6A-D8BD-73211D2D5F64}"/>
              </a:ext>
            </a:extLst>
          </p:cNvPr>
          <p:cNvSpPr/>
          <p:nvPr/>
        </p:nvSpPr>
        <p:spPr>
          <a:xfrm>
            <a:off x="838200" y="5978525"/>
            <a:ext cx="10515600" cy="133350"/>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 name="Marcador de número de diapositiva 2">
            <a:extLst>
              <a:ext uri="{FF2B5EF4-FFF2-40B4-BE49-F238E27FC236}">
                <a16:creationId xmlns:a16="http://schemas.microsoft.com/office/drawing/2014/main" id="{AD9FB0AD-4A38-479A-AF47-3D3BB69DEBAC}"/>
              </a:ext>
            </a:extLst>
          </p:cNvPr>
          <p:cNvSpPr>
            <a:spLocks noGrp="1"/>
          </p:cNvSpPr>
          <p:nvPr>
            <p:ph type="sldNum" sz="quarter" idx="12"/>
          </p:nvPr>
        </p:nvSpPr>
        <p:spPr/>
        <p:txBody>
          <a:bodyPr/>
          <a:lstStyle/>
          <a:p>
            <a:fld id="{88E263F8-021D-4401-A2D8-15B9B6C6D974}" type="slidenum">
              <a:rPr lang="es-EC" smtClean="0"/>
              <a:pPr/>
              <a:t>11</a:t>
            </a:fld>
            <a:endParaRPr lang="es-EC" dirty="0"/>
          </a:p>
        </p:txBody>
      </p:sp>
    </p:spTree>
    <p:extLst>
      <p:ext uri="{BB962C8B-B14F-4D97-AF65-F5344CB8AC3E}">
        <p14:creationId xmlns:p14="http://schemas.microsoft.com/office/powerpoint/2010/main" val="2157241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29738EF7-8CAD-4B50-833A-CB4C03EF8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331779"/>
            <a:ext cx="4100381" cy="3149465"/>
          </a:xfrm>
          <a:prstGeom prst="rect">
            <a:avLst/>
          </a:prstGeom>
        </p:spPr>
      </p:pic>
      <p:sp>
        <p:nvSpPr>
          <p:cNvPr id="2" name="Título 1">
            <a:extLst>
              <a:ext uri="{FF2B5EF4-FFF2-40B4-BE49-F238E27FC236}">
                <a16:creationId xmlns:a16="http://schemas.microsoft.com/office/drawing/2014/main" id="{E75B8618-1CF5-4709-92A5-412A94DC9B06}"/>
              </a:ext>
            </a:extLst>
          </p:cNvPr>
          <p:cNvSpPr>
            <a:spLocks noGrp="1"/>
          </p:cNvSpPr>
          <p:nvPr>
            <p:ph type="title"/>
          </p:nvPr>
        </p:nvSpPr>
        <p:spPr>
          <a:xfrm>
            <a:off x="10519" y="-238355"/>
            <a:ext cx="11343281" cy="1325563"/>
          </a:xfrm>
        </p:spPr>
        <p:txBody>
          <a:bodyPr/>
          <a:lstStyle/>
          <a:p>
            <a:r>
              <a:rPr lang="es-EC" dirty="0"/>
              <a:t>Visualización Automatizada</a:t>
            </a:r>
          </a:p>
        </p:txBody>
      </p:sp>
      <p:sp>
        <p:nvSpPr>
          <p:cNvPr id="3" name="Marcador de contenido 2">
            <a:extLst>
              <a:ext uri="{FF2B5EF4-FFF2-40B4-BE49-F238E27FC236}">
                <a16:creationId xmlns:a16="http://schemas.microsoft.com/office/drawing/2014/main" id="{8739D7C1-2B60-421D-9A60-88A192658251}"/>
              </a:ext>
            </a:extLst>
          </p:cNvPr>
          <p:cNvSpPr>
            <a:spLocks noGrp="1"/>
          </p:cNvSpPr>
          <p:nvPr>
            <p:ph idx="1"/>
          </p:nvPr>
        </p:nvSpPr>
        <p:spPr>
          <a:xfrm>
            <a:off x="217369" y="721082"/>
            <a:ext cx="8393231" cy="4351338"/>
          </a:xfrm>
        </p:spPr>
        <p:txBody>
          <a:bodyPr>
            <a:normAutofit/>
          </a:bodyPr>
          <a:lstStyle/>
          <a:p>
            <a:r>
              <a:rPr lang="es-MX" sz="2400" dirty="0"/>
              <a:t>Se implementaron funciones para generar automáticamente:</a:t>
            </a:r>
          </a:p>
          <a:p>
            <a:pPr lvl="1"/>
            <a:r>
              <a:rPr lang="es-MX" sz="2000" dirty="0"/>
              <a:t>gráficos de barras</a:t>
            </a:r>
          </a:p>
          <a:p>
            <a:pPr lvl="1"/>
            <a:r>
              <a:rPr lang="es-MX" sz="2000" dirty="0"/>
              <a:t>tendencias temporales</a:t>
            </a:r>
          </a:p>
          <a:p>
            <a:pPr lvl="1"/>
            <a:r>
              <a:rPr lang="es-MX" sz="2000" dirty="0"/>
              <a:t>matriz de correlación</a:t>
            </a:r>
          </a:p>
          <a:p>
            <a:pPr lvl="1"/>
            <a:r>
              <a:rPr lang="es-MX" sz="2000" dirty="0"/>
              <a:t>almacenamiento automático de las figuras</a:t>
            </a:r>
          </a:p>
          <a:p>
            <a:r>
              <a:rPr lang="es-MX" sz="2400" dirty="0"/>
              <a:t>Este enfoque evita repetir código y facilita reutilizar las visualizaciones con nuevos conjuntos de datos.</a:t>
            </a:r>
            <a:endParaRPr lang="es-EC" sz="2400" dirty="0"/>
          </a:p>
        </p:txBody>
      </p:sp>
      <p:sp>
        <p:nvSpPr>
          <p:cNvPr id="4" name="Marcador de número de diapositiva 3">
            <a:extLst>
              <a:ext uri="{FF2B5EF4-FFF2-40B4-BE49-F238E27FC236}">
                <a16:creationId xmlns:a16="http://schemas.microsoft.com/office/drawing/2014/main" id="{C749CDBA-9B0E-4289-9748-2176B37C1CBE}"/>
              </a:ext>
            </a:extLst>
          </p:cNvPr>
          <p:cNvSpPr>
            <a:spLocks noGrp="1"/>
          </p:cNvSpPr>
          <p:nvPr>
            <p:ph type="sldNum" sz="quarter" idx="12"/>
          </p:nvPr>
        </p:nvSpPr>
        <p:spPr/>
        <p:txBody>
          <a:bodyPr/>
          <a:lstStyle/>
          <a:p>
            <a:fld id="{88E263F8-021D-4401-A2D8-15B9B6C6D974}" type="slidenum">
              <a:rPr lang="es-EC" smtClean="0"/>
              <a:pPr/>
              <a:t>12</a:t>
            </a:fld>
            <a:endParaRPr lang="es-EC" dirty="0"/>
          </a:p>
        </p:txBody>
      </p:sp>
      <p:pic>
        <p:nvPicPr>
          <p:cNvPr id="10" name="Imagen 9">
            <a:extLst>
              <a:ext uri="{FF2B5EF4-FFF2-40B4-BE49-F238E27FC236}">
                <a16:creationId xmlns:a16="http://schemas.microsoft.com/office/drawing/2014/main" id="{11B110FB-B01F-43AA-BF87-F0A81C689E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0600" y="-558"/>
            <a:ext cx="3570881" cy="1765820"/>
          </a:xfrm>
          <a:prstGeom prst="rect">
            <a:avLst/>
          </a:prstGeom>
        </p:spPr>
      </p:pic>
      <p:pic>
        <p:nvPicPr>
          <p:cNvPr id="12" name="Imagen 11">
            <a:extLst>
              <a:ext uri="{FF2B5EF4-FFF2-40B4-BE49-F238E27FC236}">
                <a16:creationId xmlns:a16="http://schemas.microsoft.com/office/drawing/2014/main" id="{1113A221-346D-4EAA-8B15-81125384ED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72949" y="2218362"/>
            <a:ext cx="3608532" cy="1782932"/>
          </a:xfrm>
          <a:prstGeom prst="rect">
            <a:avLst/>
          </a:prstGeom>
        </p:spPr>
      </p:pic>
      <p:pic>
        <p:nvPicPr>
          <p:cNvPr id="14" name="Imagen 13">
            <a:extLst>
              <a:ext uri="{FF2B5EF4-FFF2-40B4-BE49-F238E27FC236}">
                <a16:creationId xmlns:a16="http://schemas.microsoft.com/office/drawing/2014/main" id="{75ECBB7A-418A-44D1-925F-213FC29EE3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25609" y="4479025"/>
            <a:ext cx="3955872" cy="1954548"/>
          </a:xfrm>
          <a:prstGeom prst="rect">
            <a:avLst/>
          </a:prstGeom>
        </p:spPr>
      </p:pic>
      <p:pic>
        <p:nvPicPr>
          <p:cNvPr id="27" name="Imagen 26">
            <a:extLst>
              <a:ext uri="{FF2B5EF4-FFF2-40B4-BE49-F238E27FC236}">
                <a16:creationId xmlns:a16="http://schemas.microsoft.com/office/drawing/2014/main" id="{A7675F40-ECE7-4B34-9AB7-701DDC4EAC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54728" y="4906511"/>
            <a:ext cx="3054385" cy="1509662"/>
          </a:xfrm>
          <a:prstGeom prst="rect">
            <a:avLst/>
          </a:prstGeom>
        </p:spPr>
      </p:pic>
      <p:pic>
        <p:nvPicPr>
          <p:cNvPr id="28" name="Imagen 27">
            <a:extLst>
              <a:ext uri="{FF2B5EF4-FFF2-40B4-BE49-F238E27FC236}">
                <a16:creationId xmlns:a16="http://schemas.microsoft.com/office/drawing/2014/main" id="{D5E992D6-3CB8-43E9-929A-B1F5BC8BDA7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17393" y="3261699"/>
            <a:ext cx="3329054" cy="1644812"/>
          </a:xfrm>
          <a:prstGeom prst="rect">
            <a:avLst/>
          </a:prstGeom>
        </p:spPr>
      </p:pic>
      <p:pic>
        <p:nvPicPr>
          <p:cNvPr id="1026" name="Picture 2" descr="Matplotlib Logo &amp; Brand Assets (SVG, PNG and vector) - Brandfetch">
            <a:extLst>
              <a:ext uri="{FF2B5EF4-FFF2-40B4-BE49-F238E27FC236}">
                <a16:creationId xmlns:a16="http://schemas.microsoft.com/office/drawing/2014/main" id="{FD4BBFE0-9FA5-4350-B09B-1DD2F960B19C}"/>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79604" y="88487"/>
            <a:ext cx="2130996" cy="706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525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CF876C0-3D4A-0E18-49C2-50F5989F4403}"/>
              </a:ext>
            </a:extLst>
          </p:cNvPr>
          <p:cNvSpPr/>
          <p:nvPr/>
        </p:nvSpPr>
        <p:spPr>
          <a:xfrm>
            <a:off x="0" y="0"/>
            <a:ext cx="12192000" cy="3743325"/>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 name="Título 1">
            <a:extLst>
              <a:ext uri="{FF2B5EF4-FFF2-40B4-BE49-F238E27FC236}">
                <a16:creationId xmlns:a16="http://schemas.microsoft.com/office/drawing/2014/main" id="{8748EF8C-94C2-FC47-4384-274D9D403CEE}"/>
              </a:ext>
            </a:extLst>
          </p:cNvPr>
          <p:cNvSpPr>
            <a:spLocks noGrp="1"/>
          </p:cNvSpPr>
          <p:nvPr>
            <p:ph type="title"/>
          </p:nvPr>
        </p:nvSpPr>
        <p:spPr>
          <a:xfrm>
            <a:off x="838200" y="746125"/>
            <a:ext cx="10515600" cy="3743325"/>
          </a:xfrm>
          <a:solidFill>
            <a:schemeClr val="bg1"/>
          </a:solidFill>
          <a:effectLst>
            <a:outerShdw blurRad="50800" dist="38100" dir="2700000" algn="tl" rotWithShape="0">
              <a:prstClr val="black">
                <a:alpha val="40000"/>
              </a:prstClr>
            </a:outerShdw>
          </a:effectLst>
        </p:spPr>
        <p:txBody>
          <a:bodyPr anchor="ctr">
            <a:noAutofit/>
          </a:bodyPr>
          <a:lstStyle/>
          <a:p>
            <a:pPr algn="ctr"/>
            <a:r>
              <a:rPr lang="en-US" sz="8000" b="1" dirty="0" err="1">
                <a:solidFill>
                  <a:schemeClr val="accent2">
                    <a:lumMod val="50000"/>
                  </a:schemeClr>
                </a:solidFill>
                <a:latin typeface="Century Gothic" panose="020B0502020202020204" pitchFamily="34" charset="0"/>
              </a:rPr>
              <a:t>Conclusiones</a:t>
            </a:r>
            <a:r>
              <a:rPr lang="en-US" sz="8000" b="1" dirty="0">
                <a:solidFill>
                  <a:schemeClr val="accent2">
                    <a:lumMod val="50000"/>
                  </a:schemeClr>
                </a:solidFill>
                <a:latin typeface="Century Gothic" panose="020B0502020202020204" pitchFamily="34" charset="0"/>
              </a:rPr>
              <a:t> y </a:t>
            </a:r>
            <a:r>
              <a:rPr lang="en-US" sz="8000" b="1" dirty="0" err="1">
                <a:solidFill>
                  <a:schemeClr val="accent2">
                    <a:lumMod val="50000"/>
                  </a:schemeClr>
                </a:solidFill>
                <a:latin typeface="Century Gothic" panose="020B0502020202020204" pitchFamily="34" charset="0"/>
              </a:rPr>
              <a:t>recomendaciones</a:t>
            </a:r>
            <a:endParaRPr lang="es-EC" sz="8000" b="1" dirty="0">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C05E1C4A-E6DA-8E6A-D8BD-73211D2D5F64}"/>
              </a:ext>
            </a:extLst>
          </p:cNvPr>
          <p:cNvSpPr/>
          <p:nvPr/>
        </p:nvSpPr>
        <p:spPr>
          <a:xfrm>
            <a:off x="838200" y="5978525"/>
            <a:ext cx="10515600" cy="133350"/>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 name="Marcador de número de diapositiva 2">
            <a:extLst>
              <a:ext uri="{FF2B5EF4-FFF2-40B4-BE49-F238E27FC236}">
                <a16:creationId xmlns:a16="http://schemas.microsoft.com/office/drawing/2014/main" id="{AD9FB0AD-4A38-479A-AF47-3D3BB69DEBAC}"/>
              </a:ext>
            </a:extLst>
          </p:cNvPr>
          <p:cNvSpPr>
            <a:spLocks noGrp="1"/>
          </p:cNvSpPr>
          <p:nvPr>
            <p:ph type="sldNum" sz="quarter" idx="12"/>
          </p:nvPr>
        </p:nvSpPr>
        <p:spPr/>
        <p:txBody>
          <a:bodyPr/>
          <a:lstStyle/>
          <a:p>
            <a:fld id="{88E263F8-021D-4401-A2D8-15B9B6C6D974}" type="slidenum">
              <a:rPr lang="es-EC" smtClean="0"/>
              <a:pPr/>
              <a:t>13</a:t>
            </a:fld>
            <a:endParaRPr lang="es-EC" dirty="0"/>
          </a:p>
        </p:txBody>
      </p:sp>
    </p:spTree>
    <p:extLst>
      <p:ext uri="{BB962C8B-B14F-4D97-AF65-F5344CB8AC3E}">
        <p14:creationId xmlns:p14="http://schemas.microsoft.com/office/powerpoint/2010/main" val="3375502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FD0D948E-142D-4503-91D8-414183DAB740}"/>
              </a:ext>
            </a:extLst>
          </p:cNvPr>
          <p:cNvSpPr>
            <a:spLocks noGrp="1"/>
          </p:cNvSpPr>
          <p:nvPr>
            <p:ph type="sldNum" sz="quarter" idx="12"/>
          </p:nvPr>
        </p:nvSpPr>
        <p:spPr/>
        <p:txBody>
          <a:bodyPr/>
          <a:lstStyle/>
          <a:p>
            <a:fld id="{88E263F8-021D-4401-A2D8-15B9B6C6D974}" type="slidenum">
              <a:rPr lang="es-EC" smtClean="0"/>
              <a:t>14</a:t>
            </a:fld>
            <a:endParaRPr lang="es-EC"/>
          </a:p>
        </p:txBody>
      </p:sp>
      <p:pic>
        <p:nvPicPr>
          <p:cNvPr id="5" name="Imagen 4">
            <a:extLst>
              <a:ext uri="{FF2B5EF4-FFF2-40B4-BE49-F238E27FC236}">
                <a16:creationId xmlns:a16="http://schemas.microsoft.com/office/drawing/2014/main" id="{4A97493F-5FFF-4C10-AC4E-11766E0272E9}"/>
              </a:ext>
            </a:extLst>
          </p:cNvPr>
          <p:cNvPicPr>
            <a:picLocks noChangeAspect="1"/>
          </p:cNvPicPr>
          <p:nvPr/>
        </p:nvPicPr>
        <p:blipFill>
          <a:blip r:embed="rId3"/>
          <a:stretch>
            <a:fillRect/>
          </a:stretch>
        </p:blipFill>
        <p:spPr>
          <a:xfrm>
            <a:off x="0" y="-42585"/>
            <a:ext cx="12192000" cy="6529473"/>
          </a:xfrm>
          <a:prstGeom prst="rect">
            <a:avLst/>
          </a:prstGeom>
        </p:spPr>
      </p:pic>
    </p:spTree>
    <p:extLst>
      <p:ext uri="{BB962C8B-B14F-4D97-AF65-F5344CB8AC3E}">
        <p14:creationId xmlns:p14="http://schemas.microsoft.com/office/powerpoint/2010/main" val="3577727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CF876C0-3D4A-0E18-49C2-50F5989F4403}"/>
              </a:ext>
            </a:extLst>
          </p:cNvPr>
          <p:cNvSpPr/>
          <p:nvPr/>
        </p:nvSpPr>
        <p:spPr>
          <a:xfrm>
            <a:off x="0" y="0"/>
            <a:ext cx="12192000" cy="3743325"/>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2" name="Título 1">
            <a:extLst>
              <a:ext uri="{FF2B5EF4-FFF2-40B4-BE49-F238E27FC236}">
                <a16:creationId xmlns:a16="http://schemas.microsoft.com/office/drawing/2014/main" id="{8748EF8C-94C2-FC47-4384-274D9D403CEE}"/>
              </a:ext>
            </a:extLst>
          </p:cNvPr>
          <p:cNvSpPr>
            <a:spLocks noGrp="1"/>
          </p:cNvSpPr>
          <p:nvPr>
            <p:ph type="title"/>
          </p:nvPr>
        </p:nvSpPr>
        <p:spPr>
          <a:xfrm>
            <a:off x="838200" y="746125"/>
            <a:ext cx="10515600" cy="3743325"/>
          </a:xfrm>
          <a:solidFill>
            <a:schemeClr val="bg1"/>
          </a:solidFill>
          <a:effectLst>
            <a:outerShdw blurRad="50800" dist="38100" dir="2700000" algn="tl" rotWithShape="0">
              <a:prstClr val="black">
                <a:alpha val="40000"/>
              </a:prstClr>
            </a:outerShdw>
          </a:effectLst>
        </p:spPr>
        <p:txBody>
          <a:bodyPr anchor="ctr">
            <a:normAutofit/>
          </a:bodyPr>
          <a:lstStyle/>
          <a:p>
            <a:pPr algn="ctr"/>
            <a:r>
              <a:rPr lang="en-US" sz="8000" b="1" dirty="0" err="1">
                <a:solidFill>
                  <a:schemeClr val="accent2">
                    <a:lumMod val="50000"/>
                  </a:schemeClr>
                </a:solidFill>
                <a:latin typeface="Century Gothic" panose="020B0502020202020204" pitchFamily="34" charset="0"/>
              </a:rPr>
              <a:t>Referencias</a:t>
            </a:r>
            <a:r>
              <a:rPr lang="en-US" sz="8000" b="1" dirty="0">
                <a:solidFill>
                  <a:schemeClr val="accent2">
                    <a:lumMod val="50000"/>
                  </a:schemeClr>
                </a:solidFill>
                <a:latin typeface="Century Gothic" panose="020B0502020202020204" pitchFamily="34" charset="0"/>
              </a:rPr>
              <a:t> </a:t>
            </a:r>
            <a:r>
              <a:rPr lang="en-US" sz="8000" b="1" dirty="0" err="1">
                <a:solidFill>
                  <a:schemeClr val="accent2">
                    <a:lumMod val="50000"/>
                  </a:schemeClr>
                </a:solidFill>
                <a:latin typeface="Century Gothic" panose="020B0502020202020204" pitchFamily="34" charset="0"/>
              </a:rPr>
              <a:t>Bibliográficas</a:t>
            </a:r>
            <a:endParaRPr lang="es-EC" sz="8000" b="1" dirty="0">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C05E1C4A-E6DA-8E6A-D8BD-73211D2D5F64}"/>
              </a:ext>
            </a:extLst>
          </p:cNvPr>
          <p:cNvSpPr/>
          <p:nvPr/>
        </p:nvSpPr>
        <p:spPr>
          <a:xfrm>
            <a:off x="838200" y="5978525"/>
            <a:ext cx="10515600" cy="133350"/>
          </a:xfrm>
          <a:prstGeom prst="rect">
            <a:avLst/>
          </a:prstGeom>
          <a:solidFill>
            <a:srgbClr val="3C5C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3" name="Marcador de número de diapositiva 2">
            <a:extLst>
              <a:ext uri="{FF2B5EF4-FFF2-40B4-BE49-F238E27FC236}">
                <a16:creationId xmlns:a16="http://schemas.microsoft.com/office/drawing/2014/main" id="{AD9FB0AD-4A38-479A-AF47-3D3BB69DEBAC}"/>
              </a:ext>
            </a:extLst>
          </p:cNvPr>
          <p:cNvSpPr>
            <a:spLocks noGrp="1"/>
          </p:cNvSpPr>
          <p:nvPr>
            <p:ph type="sldNum" sz="quarter" idx="12"/>
          </p:nvPr>
        </p:nvSpPr>
        <p:spPr/>
        <p:txBody>
          <a:bodyPr/>
          <a:lstStyle/>
          <a:p>
            <a:fld id="{88E263F8-021D-4401-A2D8-15B9B6C6D974}" type="slidenum">
              <a:rPr lang="es-EC" smtClean="0"/>
              <a:pPr/>
              <a:t>15</a:t>
            </a:fld>
            <a:endParaRPr lang="es-EC" dirty="0"/>
          </a:p>
        </p:txBody>
      </p:sp>
    </p:spTree>
    <p:extLst>
      <p:ext uri="{BB962C8B-B14F-4D97-AF65-F5344CB8AC3E}">
        <p14:creationId xmlns:p14="http://schemas.microsoft.com/office/powerpoint/2010/main" val="2745956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D3EB2F-8EA9-42D6-96BE-580B556276AB}"/>
              </a:ext>
            </a:extLst>
          </p:cNvPr>
          <p:cNvSpPr>
            <a:spLocks noGrp="1"/>
          </p:cNvSpPr>
          <p:nvPr>
            <p:ph type="title"/>
          </p:nvPr>
        </p:nvSpPr>
        <p:spPr/>
        <p:txBody>
          <a:bodyPr>
            <a:normAutofit/>
          </a:bodyPr>
          <a:lstStyle/>
          <a:p>
            <a:r>
              <a:rPr lang="es-MX" sz="3600">
                <a:solidFill>
                  <a:srgbClr val="6D1014"/>
                </a:solidFill>
                <a:latin typeface="Montserrat ExtraBold" panose="00000900000000000000" pitchFamily="50" charset="0"/>
              </a:rPr>
              <a:t>REFERENCIAS BIBLIOGRÁFICAS</a:t>
            </a:r>
            <a:endParaRPr lang="es-EC" sz="3600" dirty="0">
              <a:solidFill>
                <a:srgbClr val="6D1014"/>
              </a:solidFill>
              <a:latin typeface="Montserrat ExtraBold" panose="00000900000000000000" pitchFamily="50" charset="0"/>
            </a:endParaRPr>
          </a:p>
        </p:txBody>
      </p:sp>
      <p:sp>
        <p:nvSpPr>
          <p:cNvPr id="3" name="Marcador de contenido 2">
            <a:extLst>
              <a:ext uri="{FF2B5EF4-FFF2-40B4-BE49-F238E27FC236}">
                <a16:creationId xmlns:a16="http://schemas.microsoft.com/office/drawing/2014/main" id="{A7D3F237-D2E0-4245-9C20-EB42BC98793D}"/>
              </a:ext>
            </a:extLst>
          </p:cNvPr>
          <p:cNvSpPr>
            <a:spLocks noGrp="1"/>
          </p:cNvSpPr>
          <p:nvPr>
            <p:ph idx="1"/>
          </p:nvPr>
        </p:nvSpPr>
        <p:spPr>
          <a:xfrm>
            <a:off x="838200" y="1371600"/>
            <a:ext cx="10115550" cy="4805363"/>
          </a:xfrm>
        </p:spPr>
        <p:txBody>
          <a:bodyPr>
            <a:normAutofit fontScale="85000" lnSpcReduction="20000"/>
          </a:bodyPr>
          <a:lstStyle/>
          <a:p>
            <a:pPr marL="0" indent="0">
              <a:buNone/>
            </a:pPr>
            <a:r>
              <a:rPr lang="es-MX" dirty="0"/>
              <a:t> </a:t>
            </a:r>
          </a:p>
          <a:p>
            <a:r>
              <a:rPr lang="es-EC" dirty="0" err="1"/>
              <a:t>McKinney</a:t>
            </a:r>
            <a:r>
              <a:rPr lang="es-EC" dirty="0"/>
              <a:t>, W. (2022). </a:t>
            </a:r>
            <a:r>
              <a:rPr lang="es-EC" i="1" dirty="0"/>
              <a:t>Python </a:t>
            </a:r>
            <a:r>
              <a:rPr lang="es-EC" i="1" dirty="0" err="1"/>
              <a:t>for</a:t>
            </a:r>
            <a:r>
              <a:rPr lang="es-EC" i="1" dirty="0"/>
              <a:t> Data </a:t>
            </a:r>
            <a:r>
              <a:rPr lang="es-EC" i="1" dirty="0" err="1"/>
              <a:t>Analysis</a:t>
            </a:r>
            <a:r>
              <a:rPr lang="es-EC" dirty="0"/>
              <a:t> (3rd ed.). O'Reilly Media.</a:t>
            </a:r>
          </a:p>
          <a:p>
            <a:r>
              <a:rPr lang="es-EC" dirty="0" err="1"/>
              <a:t>The</a:t>
            </a:r>
            <a:r>
              <a:rPr lang="es-EC" dirty="0"/>
              <a:t> pandas </a:t>
            </a:r>
            <a:r>
              <a:rPr lang="es-EC" dirty="0" err="1"/>
              <a:t>development</a:t>
            </a:r>
            <a:r>
              <a:rPr lang="es-EC" dirty="0"/>
              <a:t> </a:t>
            </a:r>
            <a:r>
              <a:rPr lang="es-EC" dirty="0" err="1"/>
              <a:t>team</a:t>
            </a:r>
            <a:r>
              <a:rPr lang="es-EC" dirty="0"/>
              <a:t>. (2024). </a:t>
            </a:r>
            <a:r>
              <a:rPr lang="es-EC" i="1" dirty="0"/>
              <a:t>pandas </a:t>
            </a:r>
            <a:r>
              <a:rPr lang="es-EC" i="1" dirty="0" err="1"/>
              <a:t>documentation</a:t>
            </a:r>
            <a:r>
              <a:rPr lang="es-EC" dirty="0"/>
              <a:t>. </a:t>
            </a:r>
            <a:r>
              <a:rPr lang="es-EC" dirty="0">
                <a:hlinkClick r:id="rId2"/>
              </a:rPr>
              <a:t>https://pandas.pydata.org/docs/</a:t>
            </a:r>
            <a:endParaRPr lang="es-EC" dirty="0"/>
          </a:p>
          <a:p>
            <a:r>
              <a:rPr lang="es-EC" dirty="0" err="1"/>
              <a:t>NumPy</a:t>
            </a:r>
            <a:r>
              <a:rPr lang="es-EC" dirty="0"/>
              <a:t> </a:t>
            </a:r>
            <a:r>
              <a:rPr lang="es-EC" dirty="0" err="1"/>
              <a:t>Developers</a:t>
            </a:r>
            <a:r>
              <a:rPr lang="es-EC" dirty="0"/>
              <a:t>. (2024). </a:t>
            </a:r>
            <a:r>
              <a:rPr lang="es-EC" i="1" dirty="0" err="1"/>
              <a:t>NumPy</a:t>
            </a:r>
            <a:r>
              <a:rPr lang="es-EC" i="1" dirty="0"/>
              <a:t> </a:t>
            </a:r>
            <a:r>
              <a:rPr lang="es-EC" i="1" dirty="0" err="1"/>
              <a:t>documentation</a:t>
            </a:r>
            <a:r>
              <a:rPr lang="es-EC" dirty="0"/>
              <a:t>. </a:t>
            </a:r>
            <a:r>
              <a:rPr lang="es-EC" dirty="0">
                <a:hlinkClick r:id="rId3"/>
              </a:rPr>
              <a:t>https://numpy.org/doc/</a:t>
            </a:r>
            <a:endParaRPr lang="es-EC" dirty="0"/>
          </a:p>
          <a:p>
            <a:r>
              <a:rPr lang="es-EC" dirty="0"/>
              <a:t>Hunter, J. D. (2007). </a:t>
            </a:r>
            <a:r>
              <a:rPr lang="es-EC" dirty="0" err="1"/>
              <a:t>Matplotlib</a:t>
            </a:r>
            <a:r>
              <a:rPr lang="es-EC" dirty="0"/>
              <a:t>: A 2D </a:t>
            </a:r>
            <a:r>
              <a:rPr lang="es-EC" dirty="0" err="1"/>
              <a:t>Graphics</a:t>
            </a:r>
            <a:r>
              <a:rPr lang="es-EC" dirty="0"/>
              <a:t> </a:t>
            </a:r>
            <a:r>
              <a:rPr lang="es-EC" dirty="0" err="1"/>
              <a:t>Environment</a:t>
            </a:r>
            <a:r>
              <a:rPr lang="es-EC" dirty="0"/>
              <a:t>. </a:t>
            </a:r>
            <a:r>
              <a:rPr lang="es-EC" i="1" dirty="0"/>
              <a:t>Computing in </a:t>
            </a:r>
            <a:r>
              <a:rPr lang="es-EC" i="1" dirty="0" err="1"/>
              <a:t>Science</a:t>
            </a:r>
            <a:r>
              <a:rPr lang="es-EC" i="1" dirty="0"/>
              <a:t> &amp; </a:t>
            </a:r>
            <a:r>
              <a:rPr lang="es-EC" i="1" dirty="0" err="1"/>
              <a:t>Engineering</a:t>
            </a:r>
            <a:r>
              <a:rPr lang="es-EC" dirty="0"/>
              <a:t>, 9(3), 90-95.</a:t>
            </a:r>
          </a:p>
          <a:p>
            <a:r>
              <a:rPr lang="es-EC" dirty="0" err="1"/>
              <a:t>Waskom</a:t>
            </a:r>
            <a:r>
              <a:rPr lang="es-EC" dirty="0"/>
              <a:t>, M. L. (2021). </a:t>
            </a:r>
            <a:r>
              <a:rPr lang="es-EC" dirty="0" err="1"/>
              <a:t>seaborn</a:t>
            </a:r>
            <a:r>
              <a:rPr lang="es-EC" dirty="0"/>
              <a:t>: </a:t>
            </a:r>
            <a:r>
              <a:rPr lang="es-EC" dirty="0" err="1"/>
              <a:t>statistical</a:t>
            </a:r>
            <a:r>
              <a:rPr lang="es-EC" dirty="0"/>
              <a:t> data </a:t>
            </a:r>
            <a:r>
              <a:rPr lang="es-EC" dirty="0" err="1"/>
              <a:t>visualization</a:t>
            </a:r>
            <a:r>
              <a:rPr lang="es-EC" dirty="0"/>
              <a:t>. </a:t>
            </a:r>
            <a:r>
              <a:rPr lang="es-EC" i="1" dirty="0" err="1"/>
              <a:t>Journal</a:t>
            </a:r>
            <a:r>
              <a:rPr lang="es-EC" i="1" dirty="0"/>
              <a:t> </a:t>
            </a:r>
            <a:r>
              <a:rPr lang="es-EC" i="1" dirty="0" err="1"/>
              <a:t>of</a:t>
            </a:r>
            <a:r>
              <a:rPr lang="es-EC" i="1" dirty="0"/>
              <a:t> Open </a:t>
            </a:r>
            <a:r>
              <a:rPr lang="es-EC" i="1" dirty="0" err="1"/>
              <a:t>Source</a:t>
            </a:r>
            <a:r>
              <a:rPr lang="es-EC" i="1" dirty="0"/>
              <a:t> Software</a:t>
            </a:r>
            <a:r>
              <a:rPr lang="es-EC" dirty="0"/>
              <a:t>, 6(60), 3021.</a:t>
            </a:r>
          </a:p>
          <a:p>
            <a:r>
              <a:rPr lang="es-EC" dirty="0"/>
              <a:t>Proyecto Primer Parcial_BasesdeProgramación.pdf. Documento de instrucciones del proyecto, Bases de Programación, Maestría en Ciencias de la Tierra.</a:t>
            </a:r>
          </a:p>
          <a:p>
            <a:r>
              <a:rPr lang="es-EC" dirty="0"/>
              <a:t>Repositorio del proyecto: https://github.com/kevinloorf95-glitch/proyectoBP.git</a:t>
            </a:r>
            <a:endParaRPr lang="es-MX" dirty="0"/>
          </a:p>
          <a:p>
            <a:pPr marL="0" indent="0">
              <a:buNone/>
            </a:pPr>
            <a:endParaRPr lang="es-EC" dirty="0"/>
          </a:p>
        </p:txBody>
      </p:sp>
      <p:sp>
        <p:nvSpPr>
          <p:cNvPr id="4" name="Marcador de número de diapositiva 3">
            <a:extLst>
              <a:ext uri="{FF2B5EF4-FFF2-40B4-BE49-F238E27FC236}">
                <a16:creationId xmlns:a16="http://schemas.microsoft.com/office/drawing/2014/main" id="{25D09EA5-330A-43E3-8551-573A56F1BD7B}"/>
              </a:ext>
            </a:extLst>
          </p:cNvPr>
          <p:cNvSpPr>
            <a:spLocks noGrp="1"/>
          </p:cNvSpPr>
          <p:nvPr>
            <p:ph type="sldNum" sz="quarter" idx="12"/>
          </p:nvPr>
        </p:nvSpPr>
        <p:spPr/>
        <p:txBody>
          <a:bodyPr/>
          <a:lstStyle/>
          <a:p>
            <a:fld id="{88E263F8-021D-4401-A2D8-15B9B6C6D974}" type="slidenum">
              <a:rPr lang="es-EC" smtClean="0"/>
              <a:pPr/>
              <a:t>16</a:t>
            </a:fld>
            <a:endParaRPr lang="es-EC" dirty="0"/>
          </a:p>
        </p:txBody>
      </p:sp>
      <p:pic>
        <p:nvPicPr>
          <p:cNvPr id="5" name="Imagen 4">
            <a:extLst>
              <a:ext uri="{FF2B5EF4-FFF2-40B4-BE49-F238E27FC236}">
                <a16:creationId xmlns:a16="http://schemas.microsoft.com/office/drawing/2014/main" id="{842B0293-51E0-4FFB-9DEC-AA5242C4E565}"/>
              </a:ext>
            </a:extLst>
          </p:cNvPr>
          <p:cNvPicPr>
            <a:picLocks noChangeAspect="1"/>
          </p:cNvPicPr>
          <p:nvPr/>
        </p:nvPicPr>
        <p:blipFill rotWithShape="1">
          <a:blip r:embed="rId4">
            <a:extLst>
              <a:ext uri="{28A0092B-C50C-407E-A947-70E740481C1C}">
                <a14:useLocalDpi xmlns:a14="http://schemas.microsoft.com/office/drawing/2010/main" val="0"/>
              </a:ext>
            </a:extLst>
          </a:blip>
          <a:srcRect l="66852" t="71170" r="28172" b="2370"/>
          <a:stretch/>
        </p:blipFill>
        <p:spPr>
          <a:xfrm>
            <a:off x="10620375" y="1027906"/>
            <a:ext cx="1466850" cy="5200650"/>
          </a:xfrm>
          <a:prstGeom prst="rect">
            <a:avLst/>
          </a:prstGeom>
        </p:spPr>
      </p:pic>
    </p:spTree>
    <p:extLst>
      <p:ext uri="{BB962C8B-B14F-4D97-AF65-F5344CB8AC3E}">
        <p14:creationId xmlns:p14="http://schemas.microsoft.com/office/powerpoint/2010/main" val="751200501"/>
      </p:ext>
    </p:extLst>
  </p:cSld>
  <p:clrMapOvr>
    <a:masterClrMapping/>
  </p:clrMapOvr>
</p:sld>
</file>

<file path=ppt/theme/theme1.xml><?xml version="1.0" encoding="utf-8"?>
<a:theme xmlns:a="http://schemas.openxmlformats.org/drawingml/2006/main" name="Tema de Office">
  <a:themeElements>
    <a:clrScheme name="Aspecto">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3517</TotalTime>
  <Words>819</Words>
  <Application>Microsoft Office PowerPoint</Application>
  <PresentationFormat>Panorámica</PresentationFormat>
  <Paragraphs>113</Paragraphs>
  <Slides>16</Slides>
  <Notes>13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Arial</vt:lpstr>
      <vt:lpstr>Calibri</vt:lpstr>
      <vt:lpstr>Calibri Light</vt:lpstr>
      <vt:lpstr>Century Gothic</vt:lpstr>
      <vt:lpstr>Montserrat ExtraBold</vt:lpstr>
      <vt:lpstr>Tema de Office</vt:lpstr>
      <vt:lpstr>Presentación de PowerPoint</vt:lpstr>
      <vt:lpstr>CONTENIDO</vt:lpstr>
      <vt:lpstr>Objetivo General</vt:lpstr>
      <vt:lpstr>Carga y Preparación de Datos</vt:lpstr>
      <vt:lpstr>Presentación de PowerPoint</vt:lpstr>
      <vt:lpstr>Carga y Preparación de Datos</vt:lpstr>
      <vt:lpstr>Automatización del Análisis Exploratorio de Datos (EDA)</vt:lpstr>
      <vt:lpstr>Automatización del EDA</vt:lpstr>
      <vt:lpstr>Manipulación de datos con Pandas</vt:lpstr>
      <vt:lpstr>Manipulación de datos con Pandas</vt:lpstr>
      <vt:lpstr>Visualización de Datos Automatizada</vt:lpstr>
      <vt:lpstr>Visualización Automatizada</vt:lpstr>
      <vt:lpstr>Conclusiones y recomendaciones</vt:lpstr>
      <vt:lpstr>Presentación de PowerPoint</vt:lpstr>
      <vt:lpstr>Referencias Bibliográficas</vt:lpstr>
      <vt:lpstr>REFERENCIAS BIBLIOGRÁFICAS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ESCUELA SUPERIOR POLITÉCNICA DEL LITORAL</dc:title>
  <dc:creator>Maria Fernanda Mora Garcia</dc:creator>
  <cp:lastModifiedBy>User</cp:lastModifiedBy>
  <cp:revision>174</cp:revision>
  <dcterms:created xsi:type="dcterms:W3CDTF">2026-02-10T13:43:47Z</dcterms:created>
  <dcterms:modified xsi:type="dcterms:W3CDTF">2026-06-29T03:54:31Z</dcterms:modified>
</cp:coreProperties>
</file>